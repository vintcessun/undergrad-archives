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  <p:sldMasterId id="2147483674" r:id="rId4"/>
  </p:sldMasterIdLst>
  <p:notesMasterIdLst>
    <p:notesMasterId r:id="rId7"/>
  </p:notesMasterIdLst>
  <p:sldIdLst>
    <p:sldId id="415" r:id="rId5"/>
    <p:sldId id="416" r:id="rId6"/>
    <p:sldId id="417" r:id="rId8"/>
    <p:sldId id="418" r:id="rId9"/>
    <p:sldId id="419" r:id="rId10"/>
    <p:sldId id="420" r:id="rId11"/>
    <p:sldId id="421" r:id="rId12"/>
    <p:sldId id="422" r:id="rId13"/>
    <p:sldId id="423" r:id="rId14"/>
    <p:sldId id="424" r:id="rId15"/>
    <p:sldId id="425" r:id="rId16"/>
    <p:sldId id="426" r:id="rId17"/>
    <p:sldId id="427" r:id="rId18"/>
    <p:sldId id="428" r:id="rId19"/>
    <p:sldId id="429" r:id="rId20"/>
    <p:sldId id="430" r:id="rId21"/>
    <p:sldId id="431" r:id="rId22"/>
    <p:sldId id="432" r:id="rId23"/>
    <p:sldId id="433" r:id="rId24"/>
    <p:sldId id="434" r:id="rId25"/>
    <p:sldId id="435" r:id="rId26"/>
    <p:sldId id="436" r:id="rId27"/>
  </p:sldIdLst>
  <p:sldSz cx="12192000" cy="6858000"/>
  <p:notesSz cx="6858000" cy="9144000"/>
  <p:custDataLst>
    <p:tags r:id="rId3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224A7D"/>
    <a:srgbClr val="00FF00"/>
    <a:srgbClr val="4171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85" autoAdjust="0"/>
    <p:restoredTop sz="80550" autoAdjust="0"/>
  </p:normalViewPr>
  <p:slideViewPr>
    <p:cSldViewPr snapToGrid="0">
      <p:cViewPr varScale="1">
        <p:scale>
          <a:sx n="91" d="100"/>
          <a:sy n="91" d="100"/>
        </p:scale>
        <p:origin x="123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1" Type="http://schemas.openxmlformats.org/officeDocument/2006/relationships/tags" Target="tags/tag53.xml"/><Relationship Id="rId30" Type="http://schemas.openxmlformats.org/officeDocument/2006/relationships/tableStyles" Target="tableStyles.xml"/><Relationship Id="rId3" Type="http://schemas.openxmlformats.org/officeDocument/2006/relationships/slideMaster" Target="slideMasters/slideMaster2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slide" Target="slides/slide22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899AB5-65EE-4BAD-A1C6-CE1AEEDE78F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9D4C2C-B2E8-48C4-9A1C-F85E2374B62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9D4C2C-B2E8-48C4-9A1C-F85E2374B6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9D4C2C-B2E8-48C4-9A1C-F85E2374B6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9D4C2C-B2E8-48C4-9A1C-F85E2374B6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9D4C2C-B2E8-48C4-9A1C-F85E2374B6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9D4C2C-B2E8-48C4-9A1C-F85E2374B6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9D4C2C-B2E8-48C4-9A1C-F85E2374B6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glutMotionFunc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9D4C2C-B2E8-48C4-9A1C-F85E2374B6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9D4C2C-B2E8-48C4-9A1C-F85E2374B6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9D4C2C-B2E8-48C4-9A1C-F85E2374B6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9D4C2C-B2E8-48C4-9A1C-F85E2374B6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https://blog.csdn.net/szchtx/article/details/7587999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9D4C2C-B2E8-48C4-9A1C-F85E2374B6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9D4C2C-B2E8-48C4-9A1C-F85E2374B6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9D4C2C-B2E8-48C4-9A1C-F85E2374B6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9D4C2C-B2E8-48C4-9A1C-F85E2374B6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FB4CB-BCA2-4E68-9E92-CDFFF06D944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6D861-6D59-4744-9365-9CBE4B5D2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FB4CB-BCA2-4E68-9E92-CDFFF06D944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6D861-6D59-4744-9365-9CBE4B5D2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FB4CB-BCA2-4E68-9E92-CDFFF06D944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6D861-6D59-4744-9365-9CBE4B5D2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FB4CB-BCA2-4E68-9E92-CDFFF06D944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6D861-6D59-4744-9365-9CBE4B5D2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FB4CB-BCA2-4E68-9E92-CDFFF06D9448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6D861-6D59-4744-9365-9CBE4B5D2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FB4CB-BCA2-4E68-9E92-CDFFF06D944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6D861-6D59-4744-9365-9CBE4B5D2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FB4CB-BCA2-4E68-9E92-CDFFF06D9448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6D861-6D59-4744-9365-9CBE4B5D2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FB4CB-BCA2-4E68-9E92-CDFFF06D944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6D861-6D59-4744-9365-9CBE4B5D2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FB4CB-BCA2-4E68-9E92-CDFFF06D944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6D861-6D59-4744-9365-9CBE4B5D2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FB4CB-BCA2-4E68-9E92-CDFFF06D944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6D861-6D59-4744-9365-9CBE4B5D2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FB4CB-BCA2-4E68-9E92-CDFFF06D944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6D861-6D59-4744-9365-9CBE4B5D2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D3D21-EA33-4203-BE34-55D8A4400A9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31ACB-66F3-489D-8BB6-9FDD0213A07A}" type="slidenum">
              <a:rPr lang="zh-CN" altLang="en-US" smtClean="0"/>
            </a:fld>
            <a:endParaRPr lang="zh-CN" altLang="en-US"/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3697356" y="3277319"/>
            <a:ext cx="4750905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 userDrawn="1"/>
        </p:nvSpPr>
        <p:spPr>
          <a:xfrm>
            <a:off x="3857896" y="2353989"/>
            <a:ext cx="43978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Thanks</a:t>
            </a:r>
            <a:endParaRPr lang="zh-CN" altLang="en-US" sz="5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5" name="文本占位符 20"/>
          <p:cNvSpPr>
            <a:spLocks noGrp="1"/>
          </p:cNvSpPr>
          <p:nvPr>
            <p:ph type="body" sz="quarter" idx="15" hasCustomPrompt="1"/>
          </p:nvPr>
        </p:nvSpPr>
        <p:spPr>
          <a:xfrm>
            <a:off x="3942190" y="3539116"/>
            <a:ext cx="4229240" cy="36517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altLang="zh-CN" sz="2000" kern="1200" baseline="0" dirty="0" smtClean="0">
                <a:solidFill>
                  <a:schemeClr val="tx1"/>
                </a:solidFill>
                <a:latin typeface="Times New Roman" panose="02020503050405090304" pitchFamily="18" charset="0"/>
                <a:ea typeface="仿宋" panose="02010609060101010101" pitchFamily="49" charset="-122"/>
                <a:cs typeface="Times New Roman" panose="02020503050405090304" pitchFamily="18" charset="0"/>
              </a:defRPr>
            </a:lvl1pPr>
          </a:lstStyle>
          <a:p>
            <a:pPr lvl="0"/>
            <a:r>
              <a:rPr lang="en-US" altLang="zh-CN" dirty="0"/>
              <a:t>Speaker</a:t>
            </a:r>
            <a:endParaRPr lang="zh-CN" altLang="en-US" dirty="0"/>
          </a:p>
        </p:txBody>
      </p:sp>
      <p:sp>
        <p:nvSpPr>
          <p:cNvPr id="18" name="文本占位符 20"/>
          <p:cNvSpPr>
            <a:spLocks noGrp="1"/>
          </p:cNvSpPr>
          <p:nvPr>
            <p:ph type="body" sz="quarter" idx="16" hasCustomPrompt="1"/>
          </p:nvPr>
        </p:nvSpPr>
        <p:spPr>
          <a:xfrm>
            <a:off x="3319527" y="4018064"/>
            <a:ext cx="5474566" cy="36517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altLang="zh-CN" sz="2000" kern="1200" baseline="0" dirty="0" smtClean="0">
                <a:solidFill>
                  <a:schemeClr val="tx1"/>
                </a:solidFill>
                <a:latin typeface="Times New Roman" panose="02020503050405090304" pitchFamily="18" charset="0"/>
                <a:ea typeface="仿宋" panose="02010609060101010101" pitchFamily="49" charset="-122"/>
                <a:cs typeface="Times New Roman" panose="02020503050405090304" pitchFamily="18" charset="0"/>
              </a:defRPr>
            </a:lvl1pPr>
          </a:lstStyle>
          <a:p>
            <a:pPr lvl="0"/>
            <a:r>
              <a:rPr lang="en-US" altLang="zh-CN" dirty="0"/>
              <a:t>Contact</a:t>
            </a:r>
            <a:endParaRPr lang="zh-CN" altLang="en-US" dirty="0"/>
          </a:p>
        </p:txBody>
      </p:sp>
      <p:cxnSp>
        <p:nvCxnSpPr>
          <p:cNvPr id="13" name="直接连接符 12"/>
          <p:cNvCxnSpPr/>
          <p:nvPr userDrawn="1"/>
        </p:nvCxnSpPr>
        <p:spPr>
          <a:xfrm>
            <a:off x="1113183" y="546370"/>
            <a:ext cx="989937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文本占位符 20"/>
          <p:cNvSpPr>
            <a:spLocks noGrp="1"/>
          </p:cNvSpPr>
          <p:nvPr>
            <p:ph type="body" sz="quarter" idx="14" hasCustomPrompt="1"/>
          </p:nvPr>
        </p:nvSpPr>
        <p:spPr>
          <a:xfrm>
            <a:off x="1113183" y="181200"/>
            <a:ext cx="9899374" cy="36517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altLang="zh-CN" sz="2000" b="1" kern="1200" baseline="0" dirty="0" smtClean="0">
                <a:solidFill>
                  <a:schemeClr val="tx1"/>
                </a:solidFill>
                <a:latin typeface="Times New Roman" panose="02020503050405090304" pitchFamily="18" charset="0"/>
                <a:ea typeface="仿宋" panose="02010609060101010101" pitchFamily="49" charset="-122"/>
                <a:cs typeface="Times New Roman" panose="02020503050405090304" pitchFamily="18" charset="0"/>
              </a:defRPr>
            </a:lvl1pPr>
          </a:lstStyle>
          <a:p>
            <a:pPr lvl="0"/>
            <a:r>
              <a:rPr lang="en-US" altLang="zh-CN" dirty="0"/>
              <a:t>Main title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FB4CB-BCA2-4E68-9E92-CDFFF06D944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6D861-6D59-4744-9365-9CBE4B5D2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FB4CB-BCA2-4E68-9E92-CDFFF06D944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6D861-6D59-4744-9365-9CBE4B5D2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FB4CB-BCA2-4E68-9E92-CDFFF06D944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6D861-6D59-4744-9365-9CBE4B5D2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FB4CB-BCA2-4E68-9E92-CDFFF06D944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6D861-6D59-4744-9365-9CBE4B5D2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FB4CB-BCA2-4E68-9E92-CDFFF06D9448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6D861-6D59-4744-9365-9CBE4B5D2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FB4CB-BCA2-4E68-9E92-CDFFF06D944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6D861-6D59-4744-9365-9CBE4B5D2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FB4CB-BCA2-4E68-9E92-CDFFF06D9448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6D861-6D59-4744-9365-9CBE4B5D2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FB4CB-BCA2-4E68-9E92-CDFFF06D944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6D861-6D59-4744-9365-9CBE4B5D2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FB4CB-BCA2-4E68-9E92-CDFFF06D944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6D861-6D59-4744-9365-9CBE4B5D2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FB4CB-BCA2-4E68-9E92-CDFFF06D944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6D861-6D59-4744-9365-9CBE4B5D2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FB4CB-BCA2-4E68-9E92-CDFFF06D944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6D861-6D59-4744-9365-9CBE4B5D2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D3D21-EA33-4203-BE34-55D8A4400A9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31ACB-66F3-489D-8BB6-9FDD0213A07A}" type="slidenum">
              <a:rPr lang="zh-CN" altLang="en-US" smtClean="0"/>
            </a:fld>
            <a:endParaRPr lang="zh-CN" altLang="en-US"/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3697356" y="3277319"/>
            <a:ext cx="4750905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 userDrawn="1"/>
        </p:nvSpPr>
        <p:spPr>
          <a:xfrm>
            <a:off x="3857896" y="2353989"/>
            <a:ext cx="43978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Thanks</a:t>
            </a:r>
            <a:endParaRPr lang="en-US" altLang="zh-CN" sz="540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5" name="文本占位符 20"/>
          <p:cNvSpPr>
            <a:spLocks noGrp="1"/>
          </p:cNvSpPr>
          <p:nvPr>
            <p:ph type="body" sz="quarter" idx="15" hasCustomPrompt="1"/>
          </p:nvPr>
        </p:nvSpPr>
        <p:spPr>
          <a:xfrm>
            <a:off x="3942190" y="3539116"/>
            <a:ext cx="4229240" cy="36517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altLang="zh-CN" sz="2000" kern="1200" baseline="0" dirty="0" smtClean="0">
                <a:solidFill>
                  <a:schemeClr val="tx1"/>
                </a:solidFill>
                <a:latin typeface="Times New Roman" panose="02020503050405090304" pitchFamily="18" charset="0"/>
                <a:ea typeface="仿宋" panose="02010609060101010101" pitchFamily="49" charset="-122"/>
                <a:cs typeface="Times New Roman" panose="02020503050405090304" pitchFamily="18" charset="0"/>
              </a:defRPr>
            </a:lvl1pPr>
          </a:lstStyle>
          <a:p>
            <a:pPr lvl="0"/>
            <a:r>
              <a:rPr lang="en-US" altLang="zh-CN" dirty="0"/>
              <a:t>Speaker</a:t>
            </a:r>
            <a:endParaRPr lang="zh-CN" altLang="en-US" dirty="0"/>
          </a:p>
        </p:txBody>
      </p:sp>
      <p:sp>
        <p:nvSpPr>
          <p:cNvPr id="18" name="文本占位符 20"/>
          <p:cNvSpPr>
            <a:spLocks noGrp="1"/>
          </p:cNvSpPr>
          <p:nvPr>
            <p:ph type="body" sz="quarter" idx="16" hasCustomPrompt="1"/>
          </p:nvPr>
        </p:nvSpPr>
        <p:spPr>
          <a:xfrm>
            <a:off x="3319527" y="4018064"/>
            <a:ext cx="5474566" cy="36517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altLang="zh-CN" sz="2000" kern="1200" baseline="0" dirty="0" smtClean="0">
                <a:solidFill>
                  <a:schemeClr val="tx1"/>
                </a:solidFill>
                <a:latin typeface="Times New Roman" panose="02020503050405090304" pitchFamily="18" charset="0"/>
                <a:ea typeface="仿宋" panose="02010609060101010101" pitchFamily="49" charset="-122"/>
                <a:cs typeface="Times New Roman" panose="02020503050405090304" pitchFamily="18" charset="0"/>
              </a:defRPr>
            </a:lvl1pPr>
          </a:lstStyle>
          <a:p>
            <a:pPr lvl="0"/>
            <a:r>
              <a:rPr lang="en-US" altLang="zh-CN" dirty="0"/>
              <a:t>Contact</a:t>
            </a:r>
            <a:endParaRPr lang="zh-CN" altLang="en-US" dirty="0"/>
          </a:p>
        </p:txBody>
      </p:sp>
      <p:cxnSp>
        <p:nvCxnSpPr>
          <p:cNvPr id="13" name="直接连接符 12"/>
          <p:cNvCxnSpPr/>
          <p:nvPr userDrawn="1"/>
        </p:nvCxnSpPr>
        <p:spPr>
          <a:xfrm>
            <a:off x="1113183" y="546370"/>
            <a:ext cx="989937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文本占位符 20"/>
          <p:cNvSpPr>
            <a:spLocks noGrp="1"/>
          </p:cNvSpPr>
          <p:nvPr>
            <p:ph type="body" sz="quarter" idx="14" hasCustomPrompt="1"/>
          </p:nvPr>
        </p:nvSpPr>
        <p:spPr>
          <a:xfrm>
            <a:off x="1113183" y="181200"/>
            <a:ext cx="9899374" cy="36517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altLang="zh-CN" sz="2000" b="1" kern="1200" baseline="0" dirty="0" smtClean="0">
                <a:solidFill>
                  <a:schemeClr val="tx1"/>
                </a:solidFill>
                <a:latin typeface="Times New Roman" panose="02020503050405090304" pitchFamily="18" charset="0"/>
                <a:ea typeface="仿宋" panose="02010609060101010101" pitchFamily="49" charset="-122"/>
                <a:cs typeface="Times New Roman" panose="02020503050405090304" pitchFamily="18" charset="0"/>
              </a:defRPr>
            </a:lvl1pPr>
          </a:lstStyle>
          <a:p>
            <a:pPr lvl="0"/>
            <a:r>
              <a:rPr lang="en-US" altLang="zh-CN" dirty="0"/>
              <a:t>Main title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FB4CB-BCA2-4E68-9E92-CDFFF06D944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6D861-6D59-4744-9365-9CBE4B5D2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FB4CB-BCA2-4E68-9E92-CDFFF06D944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6D861-6D59-4744-9365-9CBE4B5D2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FB4CB-BCA2-4E68-9E92-CDFFF06D944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6D861-6D59-4744-9365-9CBE4B5D2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FB4CB-BCA2-4E68-9E92-CDFFF06D944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6D861-6D59-4744-9365-9CBE4B5D2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FB4CB-BCA2-4E68-9E92-CDFFF06D9448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6D861-6D59-4744-9365-9CBE4B5D2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FB4CB-BCA2-4E68-9E92-CDFFF06D944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6D861-6D59-4744-9365-9CBE4B5D2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FB4CB-BCA2-4E68-9E92-CDFFF06D9448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6D861-6D59-4744-9365-9CBE4B5D2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FB4CB-BCA2-4E68-9E92-CDFFF06D944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6D861-6D59-4744-9365-9CBE4B5D2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FB4CB-BCA2-4E68-9E92-CDFFF06D944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6D861-6D59-4744-9365-9CBE4B5D2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FB4CB-BCA2-4E68-9E92-CDFFF06D944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6D861-6D59-4744-9365-9CBE4B5D2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FB4CB-BCA2-4E68-9E92-CDFFF06D944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6D861-6D59-4744-9365-9CBE4B5D2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D3D21-EA33-4203-BE34-55D8A4400A9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31ACB-66F3-489D-8BB6-9FDD0213A07A}" type="slidenum">
              <a:rPr lang="zh-CN" altLang="en-US" smtClean="0"/>
            </a:fld>
            <a:endParaRPr lang="zh-CN" altLang="en-US"/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3697356" y="3277319"/>
            <a:ext cx="4750905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 userDrawn="1"/>
        </p:nvSpPr>
        <p:spPr>
          <a:xfrm>
            <a:off x="3857896" y="2353989"/>
            <a:ext cx="43978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Thanks</a:t>
            </a:r>
            <a:endParaRPr lang="en-US" altLang="zh-CN" sz="540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5" name="文本占位符 20"/>
          <p:cNvSpPr>
            <a:spLocks noGrp="1"/>
          </p:cNvSpPr>
          <p:nvPr>
            <p:ph type="body" sz="quarter" idx="15" hasCustomPrompt="1"/>
          </p:nvPr>
        </p:nvSpPr>
        <p:spPr>
          <a:xfrm>
            <a:off x="3942190" y="3539116"/>
            <a:ext cx="4229240" cy="36517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altLang="zh-CN" sz="2000" kern="1200" baseline="0" dirty="0" smtClean="0">
                <a:solidFill>
                  <a:schemeClr val="tx1"/>
                </a:solidFill>
                <a:latin typeface="Times New Roman" panose="02020503050405090304" pitchFamily="18" charset="0"/>
                <a:ea typeface="仿宋" panose="02010609060101010101" pitchFamily="49" charset="-122"/>
                <a:cs typeface="Times New Roman" panose="02020503050405090304" pitchFamily="18" charset="0"/>
              </a:defRPr>
            </a:lvl1pPr>
          </a:lstStyle>
          <a:p>
            <a:pPr lvl="0"/>
            <a:r>
              <a:rPr lang="en-US" altLang="zh-CN" dirty="0"/>
              <a:t>Speaker</a:t>
            </a:r>
            <a:endParaRPr lang="zh-CN" altLang="en-US" dirty="0"/>
          </a:p>
        </p:txBody>
      </p:sp>
      <p:sp>
        <p:nvSpPr>
          <p:cNvPr id="18" name="文本占位符 20"/>
          <p:cNvSpPr>
            <a:spLocks noGrp="1"/>
          </p:cNvSpPr>
          <p:nvPr>
            <p:ph type="body" sz="quarter" idx="16" hasCustomPrompt="1"/>
          </p:nvPr>
        </p:nvSpPr>
        <p:spPr>
          <a:xfrm>
            <a:off x="3319527" y="4018064"/>
            <a:ext cx="5474566" cy="36517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altLang="zh-CN" sz="2000" kern="1200" baseline="0" dirty="0" smtClean="0">
                <a:solidFill>
                  <a:schemeClr val="tx1"/>
                </a:solidFill>
                <a:latin typeface="Times New Roman" panose="02020503050405090304" pitchFamily="18" charset="0"/>
                <a:ea typeface="仿宋" panose="02010609060101010101" pitchFamily="49" charset="-122"/>
                <a:cs typeface="Times New Roman" panose="02020503050405090304" pitchFamily="18" charset="0"/>
              </a:defRPr>
            </a:lvl1pPr>
          </a:lstStyle>
          <a:p>
            <a:pPr lvl="0"/>
            <a:r>
              <a:rPr lang="en-US" altLang="zh-CN" dirty="0"/>
              <a:t>Contact</a:t>
            </a:r>
            <a:endParaRPr lang="zh-CN" altLang="en-US" dirty="0"/>
          </a:p>
        </p:txBody>
      </p:sp>
      <p:cxnSp>
        <p:nvCxnSpPr>
          <p:cNvPr id="13" name="直接连接符 12"/>
          <p:cNvCxnSpPr/>
          <p:nvPr userDrawn="1"/>
        </p:nvCxnSpPr>
        <p:spPr>
          <a:xfrm>
            <a:off x="1113183" y="546370"/>
            <a:ext cx="989937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文本占位符 20"/>
          <p:cNvSpPr>
            <a:spLocks noGrp="1"/>
          </p:cNvSpPr>
          <p:nvPr>
            <p:ph type="body" sz="quarter" idx="14" hasCustomPrompt="1"/>
          </p:nvPr>
        </p:nvSpPr>
        <p:spPr>
          <a:xfrm>
            <a:off x="1113183" y="181200"/>
            <a:ext cx="9899374" cy="36517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altLang="zh-CN" sz="2000" b="1" kern="1200" baseline="0" dirty="0" smtClean="0">
                <a:solidFill>
                  <a:schemeClr val="tx1"/>
                </a:solidFill>
                <a:latin typeface="Times New Roman" panose="02020503050405090304" pitchFamily="18" charset="0"/>
                <a:ea typeface="仿宋" panose="02010609060101010101" pitchFamily="49" charset="-122"/>
                <a:cs typeface="Times New Roman" panose="02020503050405090304" pitchFamily="18" charset="0"/>
              </a:defRPr>
            </a:lvl1pPr>
          </a:lstStyle>
          <a:p>
            <a:pPr lvl="0"/>
            <a:r>
              <a:rPr lang="en-US" altLang="zh-CN" dirty="0"/>
              <a:t>Main title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3.xml"/><Relationship Id="rId8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6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4.xml"/><Relationship Id="rId1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7FB4CB-BCA2-4E68-9E92-CDFFF06D944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D6D861-6D59-4744-9365-9CBE4B5D2C1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7FB4CB-BCA2-4E68-9E92-CDFFF06D944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D6D861-6D59-4744-9365-9CBE4B5D2C1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7FB4CB-BCA2-4E68-9E92-CDFFF06D944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D6D861-6D59-4744-9365-9CBE4B5D2C1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9.xml"/><Relationship Id="rId6" Type="http://schemas.openxmlformats.org/officeDocument/2006/relationships/image" Target="../media/image2.png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9.xml"/><Relationship Id="rId1" Type="http://schemas.openxmlformats.org/officeDocument/2006/relationships/tags" Target="../tags/tag5.xml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19.xml"/><Relationship Id="rId5" Type="http://schemas.openxmlformats.org/officeDocument/2006/relationships/image" Target="../media/image3.png"/><Relationship Id="rId4" Type="http://schemas.microsoft.com/office/2007/relationships/media" Target="../media/media1.mp4"/><Relationship Id="rId3" Type="http://schemas.openxmlformats.org/officeDocument/2006/relationships/video" Target="../media/media1.mp4"/><Relationship Id="rId2" Type="http://schemas.openxmlformats.org/officeDocument/2006/relationships/tags" Target="../tags/tag7.xml"/><Relationship Id="rId1" Type="http://schemas.openxmlformats.org/officeDocument/2006/relationships/tags" Target="../tags/tag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9.xml"/><Relationship Id="rId1" Type="http://schemas.openxmlformats.org/officeDocument/2006/relationships/tags" Target="../tags/tag8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9.xml"/><Relationship Id="rId4" Type="http://schemas.openxmlformats.org/officeDocument/2006/relationships/tags" Target="../tags/tag11.xml"/><Relationship Id="rId3" Type="http://schemas.openxmlformats.org/officeDocument/2006/relationships/image" Target="../media/image4.png"/><Relationship Id="rId2" Type="http://schemas.openxmlformats.org/officeDocument/2006/relationships/tags" Target="../tags/tag10.xml"/><Relationship Id="rId1" Type="http://schemas.openxmlformats.org/officeDocument/2006/relationships/tags" Target="../tags/tag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9.xml"/><Relationship Id="rId1" Type="http://schemas.openxmlformats.org/officeDocument/2006/relationships/tags" Target="../tags/tag12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9.xml"/><Relationship Id="rId2" Type="http://schemas.openxmlformats.org/officeDocument/2006/relationships/tags" Target="../tags/tag14.xml"/><Relationship Id="rId1" Type="http://schemas.openxmlformats.org/officeDocument/2006/relationships/tags" Target="../tags/tag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9.xml"/><Relationship Id="rId1" Type="http://schemas.openxmlformats.org/officeDocument/2006/relationships/tags" Target="../tags/tag1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9.xml"/><Relationship Id="rId1" Type="http://schemas.openxmlformats.org/officeDocument/2006/relationships/tags" Target="../tags/tag1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9.xml"/><Relationship Id="rId1" Type="http://schemas.openxmlformats.org/officeDocument/2006/relationships/tags" Target="../tags/tag17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9.xml"/><Relationship Id="rId2" Type="http://schemas.openxmlformats.org/officeDocument/2006/relationships/image" Target="../media/image5.png"/><Relationship Id="rId1" Type="http://schemas.openxmlformats.org/officeDocument/2006/relationships/tags" Target="../tags/tag18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9.xml"/><Relationship Id="rId3" Type="http://schemas.openxmlformats.org/officeDocument/2006/relationships/image" Target="../media/image5.png"/><Relationship Id="rId2" Type="http://schemas.openxmlformats.org/officeDocument/2006/relationships/tags" Target="../tags/tag19.xml"/><Relationship Id="rId1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9.xml"/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tags" Target="../tags/tag2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image" Target="../media/image8.png"/><Relationship Id="rId1" Type="http://schemas.openxmlformats.org/officeDocument/2006/relationships/tags" Target="../tags/tag21.xml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19.xml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tags" Target="../tags/tag23.xml"/><Relationship Id="rId1" Type="http://schemas.openxmlformats.org/officeDocument/2006/relationships/tags" Target="../tags/tag2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image" Target="../media/image11.png"/><Relationship Id="rId1" Type="http://schemas.openxmlformats.org/officeDocument/2006/relationships/tags" Target="../tags/tag2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tags" Target="../tags/tag2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9.xml"/><Relationship Id="rId1" Type="http://schemas.openxmlformats.org/officeDocument/2006/relationships/tags" Target="../tags/tag2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9.xml"/><Relationship Id="rId1" Type="http://schemas.openxmlformats.org/officeDocument/2006/relationships/tags" Target="../tags/tag2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9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tags" Target="../tags/tag36.xml"/><Relationship Id="rId8" Type="http://schemas.openxmlformats.org/officeDocument/2006/relationships/tags" Target="../tags/tag35.xml"/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6" Type="http://schemas.openxmlformats.org/officeDocument/2006/relationships/slideLayout" Target="../slideLayouts/slideLayout19.xml"/><Relationship Id="rId25" Type="http://schemas.openxmlformats.org/officeDocument/2006/relationships/tags" Target="../tags/tag52.xml"/><Relationship Id="rId24" Type="http://schemas.openxmlformats.org/officeDocument/2006/relationships/tags" Target="../tags/tag51.xml"/><Relationship Id="rId23" Type="http://schemas.openxmlformats.org/officeDocument/2006/relationships/tags" Target="../tags/tag50.xml"/><Relationship Id="rId22" Type="http://schemas.openxmlformats.org/officeDocument/2006/relationships/tags" Target="../tags/tag49.xml"/><Relationship Id="rId21" Type="http://schemas.openxmlformats.org/officeDocument/2006/relationships/tags" Target="../tags/tag48.xml"/><Relationship Id="rId20" Type="http://schemas.openxmlformats.org/officeDocument/2006/relationships/tags" Target="../tags/tag47.xml"/><Relationship Id="rId2" Type="http://schemas.openxmlformats.org/officeDocument/2006/relationships/tags" Target="../tags/tag29.xml"/><Relationship Id="rId19" Type="http://schemas.openxmlformats.org/officeDocument/2006/relationships/tags" Target="../tags/tag46.xml"/><Relationship Id="rId18" Type="http://schemas.openxmlformats.org/officeDocument/2006/relationships/tags" Target="../tags/tag45.xml"/><Relationship Id="rId17" Type="http://schemas.openxmlformats.org/officeDocument/2006/relationships/tags" Target="../tags/tag44.xml"/><Relationship Id="rId16" Type="http://schemas.openxmlformats.org/officeDocument/2006/relationships/tags" Target="../tags/tag43.xml"/><Relationship Id="rId15" Type="http://schemas.openxmlformats.org/officeDocument/2006/relationships/tags" Target="../tags/tag42.xml"/><Relationship Id="rId14" Type="http://schemas.openxmlformats.org/officeDocument/2006/relationships/tags" Target="../tags/tag41.xml"/><Relationship Id="rId13" Type="http://schemas.openxmlformats.org/officeDocument/2006/relationships/tags" Target="../tags/tag40.xml"/><Relationship Id="rId12" Type="http://schemas.openxmlformats.org/officeDocument/2006/relationships/tags" Target="../tags/tag39.xml"/><Relationship Id="rId11" Type="http://schemas.openxmlformats.org/officeDocument/2006/relationships/tags" Target="../tags/tag38.xml"/><Relationship Id="rId10" Type="http://schemas.openxmlformats.org/officeDocument/2006/relationships/tags" Target="../tags/tag37.xml"/><Relationship Id="rId1" Type="http://schemas.openxmlformats.org/officeDocument/2006/relationships/tags" Target="../tags/tag2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6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/>
          <a:srcRect b="23734"/>
          <a:stretch>
            <a:fillRect/>
          </a:stretch>
        </p:blipFill>
        <p:spPr>
          <a:xfrm>
            <a:off x="0" y="4176653"/>
            <a:ext cx="12207123" cy="2713052"/>
          </a:xfrm>
          <a:prstGeom prst="rect">
            <a:avLst/>
          </a:prstGeom>
        </p:spPr>
      </p:pic>
      <p:sp>
        <p:nvSpPr>
          <p:cNvPr id="8" name="文本占位符 4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1215876" y="2590191"/>
            <a:ext cx="9775370" cy="365170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lang="en-US" altLang="zh-CN" sz="2000" kern="1200" baseline="0" dirty="0" smtClean="0">
                <a:solidFill>
                  <a:schemeClr val="tx1"/>
                </a:solidFill>
                <a:latin typeface="Times New Roman" panose="02020503050405090304" pitchFamily="18" charset="0"/>
                <a:ea typeface="仿宋" panose="02010609060101010101" pitchFamily="49" charset="-122"/>
                <a:cs typeface="Times New Roman" panose="0202050305040509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b="1" dirty="0">
                <a:solidFill>
                  <a:schemeClr val="dk1"/>
                </a:solidFill>
              </a:rPr>
              <a:t>计算机图形学实验</a:t>
            </a:r>
            <a:r>
              <a:rPr lang="en-US" altLang="zh-CN" sz="2400" dirty="0">
                <a:solidFill>
                  <a:schemeClr val="dk1"/>
                </a:solidFill>
              </a:rPr>
              <a:t>3</a:t>
            </a:r>
            <a:endParaRPr lang="en-US" altLang="zh-CN" sz="2400" dirty="0">
              <a:solidFill>
                <a:schemeClr val="dk1"/>
              </a:solidFill>
            </a:endParaRPr>
          </a:p>
          <a:p>
            <a:r>
              <a:rPr lang="zh-CN" altLang="en-US" sz="2400" b="1" dirty="0">
                <a:solidFill>
                  <a:schemeClr val="dk1"/>
                </a:solidFill>
              </a:rPr>
              <a:t>（</a:t>
            </a:r>
            <a:r>
              <a:rPr lang="en-US" altLang="zh-CN" sz="2400" dirty="0">
                <a:solidFill>
                  <a:schemeClr val="dk1"/>
                </a:solidFill>
              </a:rPr>
              <a:t>3D Model </a:t>
            </a:r>
            <a:r>
              <a:rPr lang="zh-CN" altLang="en-US" sz="2400" b="1" dirty="0">
                <a:solidFill>
                  <a:schemeClr val="dk1"/>
                </a:solidFill>
              </a:rPr>
              <a:t>显示）</a:t>
            </a:r>
            <a:endParaRPr lang="zh-CN" altLang="en-US" sz="2400" b="1" dirty="0">
              <a:solidFill>
                <a:schemeClr val="dk1"/>
              </a:solidFill>
            </a:endParaRPr>
          </a:p>
        </p:txBody>
      </p:sp>
      <p:sp>
        <p:nvSpPr>
          <p:cNvPr id="9" name="文本占位符 5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474400" y="1853210"/>
            <a:ext cx="5243195" cy="348409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2400" kern="1200">
                <a:solidFill>
                  <a:schemeClr val="tx1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solidFill>
                <a:schemeClr val="dk1"/>
              </a:solidFill>
            </a:endParaRPr>
          </a:p>
        </p:txBody>
      </p:sp>
      <p:sp>
        <p:nvSpPr>
          <p:cNvPr id="11" name="文本占位符 8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1065417" y="4257555"/>
            <a:ext cx="10061163" cy="353406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lang="zh-CN" altLang="en-US" sz="2000" kern="1200" baseline="0" dirty="0">
                <a:solidFill>
                  <a:schemeClr val="tx1"/>
                </a:solidFill>
                <a:latin typeface="Times New Roman" panose="02020503050405090304" pitchFamily="18" charset="0"/>
                <a:ea typeface="仿宋" panose="02010609060101010101" pitchFamily="49" charset="-122"/>
                <a:cs typeface="Times New Roman" panose="0202050305040509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solidFill>
                <a:schemeClr val="dk1"/>
              </a:solidFill>
            </a:endParaRPr>
          </a:p>
        </p:txBody>
      </p:sp>
      <p:sp>
        <p:nvSpPr>
          <p:cNvPr id="13" name="文本占位符 5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3474401" y="1821098"/>
            <a:ext cx="5243195" cy="348409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2400" kern="1200">
                <a:solidFill>
                  <a:schemeClr val="tx1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2000" dirty="0">
              <a:solidFill>
                <a:schemeClr val="dk1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573491" y="1067356"/>
            <a:ext cx="1107077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3600" dirty="0">
                <a:solidFill>
                  <a:schemeClr val="accent1">
                    <a:lumMod val="50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Computer Graphics</a:t>
            </a:r>
            <a:endParaRPr lang="en-US" altLang="zh-CN" sz="3600" dirty="0">
              <a:solidFill>
                <a:schemeClr val="accent1">
                  <a:lumMod val="50000"/>
                </a:schemeClr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1028" name="Picture 4" descr="https://www.xmu.edu.cn/images/logo2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8674" y="3807555"/>
            <a:ext cx="3133735" cy="9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568640" y="640140"/>
            <a:ext cx="695088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dirty="0">
                <a:solidFill>
                  <a:schemeClr val="accent1">
                    <a:lumMod val="50000"/>
                  </a:schemeClr>
                </a:solidFill>
              </a:rPr>
              <a:t>3D Model </a:t>
            </a:r>
            <a:r>
              <a:rPr lang="zh-CN" altLang="en-US" sz="3200" dirty="0">
                <a:solidFill>
                  <a:schemeClr val="accent1">
                    <a:lumMod val="50000"/>
                  </a:schemeClr>
                </a:solidFill>
              </a:rPr>
              <a:t>显示</a:t>
            </a:r>
            <a:endParaRPr lang="zh-CN" altLang="en-US" sz="32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055685" y="1708648"/>
            <a:ext cx="9765552" cy="50082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2400" kern="100" dirty="0">
                <a:solidFill>
                  <a:schemeClr val="dk1"/>
                </a:solidFill>
                <a:effectLst/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rPr>
              <a:t>1.</a:t>
            </a:r>
            <a:r>
              <a:rPr lang="zh-CN" altLang="en-US" sz="2400" kern="100" dirty="0">
                <a:solidFill>
                  <a:schemeClr val="dk1"/>
                </a:solidFill>
                <a:effectLst/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rPr>
              <a:t>上节内容回顾</a:t>
            </a:r>
            <a:endParaRPr lang="en-US" altLang="zh-CN" sz="2400" kern="100" dirty="0">
              <a:solidFill>
                <a:schemeClr val="dk1"/>
              </a:solidFill>
              <a:effectLst/>
              <a:latin typeface="Times New Roman" panose="02020503050405090304" pitchFamily="18" charset="0"/>
              <a:ea typeface="黑体" panose="02010609060101010101" pitchFamily="49" charset="-122"/>
              <a:cs typeface="Times New Roman" panose="02020503050405090304" pitchFamily="18" charset="0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kern="100" dirty="0">
                <a:solidFill>
                  <a:schemeClr val="dk1"/>
                </a:solidFill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rPr>
              <a:t>绘制</a:t>
            </a:r>
            <a:r>
              <a:rPr lang="en-US" altLang="zh-CN" sz="2400" kern="100" dirty="0" err="1">
                <a:solidFill>
                  <a:schemeClr val="dk1"/>
                </a:solidFill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rPr>
              <a:t>Sierpinski</a:t>
            </a:r>
            <a:r>
              <a:rPr lang="zh-CN" altLang="en-US" sz="2400" kern="100" dirty="0">
                <a:solidFill>
                  <a:schemeClr val="dk1"/>
                </a:solidFill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rPr>
              <a:t>镂垫程序</a:t>
            </a:r>
            <a:endParaRPr lang="zh-CN" altLang="en-US" sz="2400" kern="100" dirty="0">
              <a:solidFill>
                <a:schemeClr val="dk1"/>
              </a:solidFill>
              <a:latin typeface="Times New Roman" panose="02020503050405090304" pitchFamily="18" charset="0"/>
              <a:ea typeface="黑体" panose="02010609060101010101" pitchFamily="49" charset="-122"/>
              <a:cs typeface="Times New Roman" panose="02020503050405090304" pitchFamily="18" charset="0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kern="100" dirty="0">
                <a:solidFill>
                  <a:schemeClr val="dk1"/>
                </a:solidFill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rPr>
              <a:t>旋转的正方体</a:t>
            </a:r>
            <a:endParaRPr lang="en-US" altLang="zh-CN" sz="2400" kern="100" dirty="0">
              <a:solidFill>
                <a:schemeClr val="dk1"/>
              </a:solidFill>
              <a:latin typeface="Times New Roman" panose="02020503050405090304" pitchFamily="18" charset="0"/>
              <a:ea typeface="黑体" panose="02010609060101010101" pitchFamily="49" charset="-122"/>
              <a:cs typeface="Times New Roman" panose="02020503050405090304" pitchFamily="18" charset="0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dirty="0">
                <a:solidFill>
                  <a:schemeClr val="dk1"/>
                </a:solidFill>
              </a:rPr>
              <a:t>线框球体的绘制</a:t>
            </a:r>
            <a:endParaRPr lang="zh-CN" altLang="en-US" sz="2400" kern="100" dirty="0">
              <a:solidFill>
                <a:schemeClr val="dk1"/>
              </a:solidFill>
              <a:latin typeface="Times New Roman" panose="02020503050405090304" pitchFamily="18" charset="0"/>
              <a:ea typeface="黑体" panose="02010609060101010101" pitchFamily="49" charset="-122"/>
              <a:cs typeface="Times New Roman" panose="0202050305040509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2400" kern="100" dirty="0">
                <a:solidFill>
                  <a:schemeClr val="dk1"/>
                </a:solidFill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rPr>
              <a:t>2.</a:t>
            </a:r>
            <a:r>
              <a:rPr lang="zh-CN" altLang="en-US" sz="2400" kern="100" dirty="0">
                <a:solidFill>
                  <a:schemeClr val="dk1"/>
                </a:solidFill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rPr>
              <a:t>本次实验说明</a:t>
            </a:r>
            <a:endParaRPr lang="en-US" altLang="zh-CN" sz="2400" kern="100" dirty="0">
              <a:solidFill>
                <a:schemeClr val="dk1"/>
              </a:solidFill>
              <a:effectLst/>
              <a:latin typeface="Times New Roman" panose="02020503050405090304" pitchFamily="18" charset="0"/>
              <a:ea typeface="黑体" panose="02010609060101010101" pitchFamily="49" charset="-122"/>
              <a:cs typeface="Times New Roman" panose="02020503050405090304" pitchFamily="18" charset="0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kern="100" dirty="0">
                <a:solidFill>
                  <a:schemeClr val="dk1"/>
                </a:solidFill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rPr>
              <a:t>纯色小人绘制</a:t>
            </a:r>
            <a:endParaRPr lang="en-US" altLang="zh-CN" sz="2400" kern="100" dirty="0">
              <a:solidFill>
                <a:schemeClr val="dk1"/>
              </a:solidFill>
              <a:latin typeface="Times New Roman" panose="02020503050405090304" pitchFamily="18" charset="0"/>
              <a:ea typeface="黑体" panose="02010609060101010101" pitchFamily="49" charset="-122"/>
              <a:cs typeface="Times New Roman" panose="02020503050405090304" pitchFamily="18" charset="0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kern="100" dirty="0">
                <a:solidFill>
                  <a:schemeClr val="dk1"/>
                </a:solidFill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rPr>
              <a:t>光照小人绘制</a:t>
            </a:r>
            <a:endParaRPr lang="en-US" altLang="zh-CN" sz="2400" kern="100" dirty="0">
              <a:solidFill>
                <a:schemeClr val="dk1"/>
              </a:solidFill>
              <a:latin typeface="Times New Roman" panose="02020503050405090304" pitchFamily="18" charset="0"/>
              <a:ea typeface="黑体" panose="02010609060101010101" pitchFamily="49" charset="-122"/>
              <a:cs typeface="Times New Roman" panose="02020503050405090304" pitchFamily="18" charset="0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旋转立方体的明暗计算</a:t>
            </a:r>
            <a:endParaRPr lang="en-US" altLang="zh-CN" sz="2400" kern="100" dirty="0">
              <a:solidFill>
                <a:schemeClr val="dk1"/>
              </a:solidFill>
              <a:effectLst/>
              <a:latin typeface="Times New Roman" panose="02020503050405090304" pitchFamily="18" charset="0"/>
              <a:ea typeface="黑体" panose="02010609060101010101" pitchFamily="49" charset="-122"/>
              <a:cs typeface="Times New Roman" panose="0202050305040509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2400" kern="100" dirty="0">
                <a:solidFill>
                  <a:schemeClr val="dk1"/>
                </a:solidFill>
                <a:effectLst/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rPr>
              <a:t>3.</a:t>
            </a:r>
            <a:r>
              <a:rPr lang="zh-CN" altLang="en-US" sz="2400" kern="100" dirty="0">
                <a:solidFill>
                  <a:schemeClr val="dk1"/>
                </a:solidFill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rPr>
              <a:t>作业提交说明</a:t>
            </a:r>
            <a:endParaRPr lang="zh-CN" altLang="en-US" sz="2400" kern="100" dirty="0">
              <a:solidFill>
                <a:schemeClr val="dk1"/>
              </a:solidFill>
              <a:effectLst/>
              <a:latin typeface="Times New Roman" panose="02020503050405090304" pitchFamily="18" charset="0"/>
              <a:ea typeface="黑体" panose="02010609060101010101" pitchFamily="49" charset="-122"/>
              <a:cs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1055685" y="1708648"/>
            <a:ext cx="9765552" cy="33462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（</a:t>
            </a:r>
            <a:r>
              <a:rPr lang="en-US" altLang="zh-CN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1</a:t>
            </a:r>
            <a:r>
              <a:rPr lang="zh-CN" altLang="en-US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）理解并实现课本程序</a:t>
            </a:r>
            <a:endParaRPr lang="zh-CN" altLang="en-US" sz="2400" kern="100" dirty="0">
              <a:solidFill>
                <a:schemeClr val="dk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（</a:t>
            </a:r>
            <a:r>
              <a:rPr lang="en-US" altLang="zh-CN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r>
              <a:rPr lang="zh-CN" altLang="en-US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）为不同三角形设置不同的颜色</a:t>
            </a:r>
            <a:endParaRPr lang="zh-CN" altLang="en-US" sz="2400" kern="100" dirty="0">
              <a:solidFill>
                <a:schemeClr val="dk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（</a:t>
            </a:r>
            <a:r>
              <a:rPr lang="en-US" altLang="zh-CN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3</a:t>
            </a:r>
            <a:r>
              <a:rPr lang="zh-CN" altLang="en-US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）为这个镂垫生成动画：</a:t>
            </a:r>
            <a:endParaRPr lang="zh-CN" altLang="en-US" sz="2400" kern="100" dirty="0">
              <a:solidFill>
                <a:schemeClr val="dk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	①镂垫的颜色随时间不断变化。</a:t>
            </a:r>
            <a:endParaRPr lang="zh-CN" altLang="en-US" sz="2400" kern="100" dirty="0">
              <a:solidFill>
                <a:schemeClr val="dk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	②在①的基础上增加旋转效果。</a:t>
            </a:r>
            <a:endParaRPr lang="zh-CN" altLang="en-US" sz="2400" kern="100" dirty="0">
              <a:solidFill>
                <a:schemeClr val="dk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	③在②的基础上增加缩放效果。</a:t>
            </a:r>
            <a:endParaRPr lang="zh-CN" altLang="en-US" sz="2400" kern="100" dirty="0">
              <a:solidFill>
                <a:schemeClr val="dk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" name="矩形 4"/>
          <p:cNvSpPr/>
          <p:nvPr>
            <p:custDataLst>
              <p:tags r:id="rId2"/>
            </p:custDataLst>
          </p:nvPr>
        </p:nvSpPr>
        <p:spPr>
          <a:xfrm>
            <a:off x="568640" y="640140"/>
            <a:ext cx="695088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chemeClr val="dk1"/>
                </a:solidFill>
              </a:rPr>
              <a:t>绘制</a:t>
            </a:r>
            <a:r>
              <a:rPr lang="en-US" altLang="zh-CN" sz="3200" dirty="0" err="1">
                <a:solidFill>
                  <a:schemeClr val="dk1"/>
                </a:solidFill>
              </a:rPr>
              <a:t>Sierpinski</a:t>
            </a:r>
            <a:r>
              <a:rPr lang="zh-CN" altLang="en-US" sz="3200" dirty="0">
                <a:solidFill>
                  <a:schemeClr val="dk1"/>
                </a:solidFill>
              </a:rPr>
              <a:t>镂垫程序</a:t>
            </a:r>
            <a:endParaRPr lang="zh-CN" altLang="en-US" sz="3200" dirty="0">
              <a:solidFill>
                <a:schemeClr val="dk1"/>
              </a:solidFill>
            </a:endParaRPr>
          </a:p>
        </p:txBody>
      </p:sp>
      <p:pic>
        <p:nvPicPr>
          <p:cNvPr id="3" name="QQ录屏20230418200805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347389" y="1378198"/>
            <a:ext cx="4007135" cy="40071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858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1055685" y="1708648"/>
            <a:ext cx="9765552" cy="5077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如何绘制镂垫？</a:t>
            </a:r>
            <a:endParaRPr lang="zh-CN" altLang="en-US" sz="2400" kern="100" dirty="0">
              <a:solidFill>
                <a:schemeClr val="dk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教材提出了随机和递归两种方法</a:t>
            </a:r>
            <a:endParaRPr lang="en-US" altLang="zh-CN" sz="2400" kern="100" dirty="0">
              <a:solidFill>
                <a:schemeClr val="dk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随机法：求出三角形随机顶点与内部一点的中点</a:t>
            </a:r>
            <a:endParaRPr lang="zh-CN" altLang="en-US" sz="2400" kern="100" dirty="0">
              <a:solidFill>
                <a:schemeClr val="dk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递归法：通过递归函数绘制</a:t>
            </a:r>
            <a:endParaRPr lang="en-US" altLang="zh-CN" sz="2400" kern="100" dirty="0">
              <a:solidFill>
                <a:schemeClr val="dk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如何为不同三角形设置不同的颜色？</a:t>
            </a:r>
            <a:endParaRPr lang="en-US" altLang="zh-CN" sz="2400" kern="100" dirty="0">
              <a:solidFill>
                <a:schemeClr val="dk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根据选择的顶点设置颜色或拆分成多个镂垫</a:t>
            </a:r>
            <a:endParaRPr lang="en-US" altLang="zh-CN" sz="2400" kern="100" dirty="0">
              <a:solidFill>
                <a:schemeClr val="dk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如何让颜色随时间变化？</a:t>
            </a:r>
            <a:r>
              <a:rPr lang="en-US" altLang="zh-CN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rand()</a:t>
            </a:r>
            <a:r>
              <a:rPr lang="zh-CN" altLang="en-US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随机产生颜色参数</a:t>
            </a:r>
            <a:endParaRPr lang="en-US" altLang="zh-CN" sz="2400" kern="100" dirty="0">
              <a:solidFill>
                <a:schemeClr val="dk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如何增加旋转效果？</a:t>
            </a:r>
            <a:r>
              <a:rPr lang="zh-CN" altLang="en-US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每次更新三角形顶点坐标角度或</a:t>
            </a:r>
            <a:r>
              <a:rPr lang="en-US" altLang="zh-CN" sz="2400" kern="100" dirty="0" err="1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glTranslatef</a:t>
            </a:r>
            <a:endParaRPr lang="en-US" altLang="zh-CN" sz="2400" kern="100" dirty="0">
              <a:solidFill>
                <a:schemeClr val="dk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如何增加缩放效果？每次更新三角形大小或者</a:t>
            </a:r>
            <a:r>
              <a:rPr lang="en-US" altLang="zh-CN" sz="2400" kern="100" dirty="0" err="1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glScalef</a:t>
            </a:r>
            <a:endParaRPr lang="en-US" altLang="zh-CN" sz="2400" kern="100" dirty="0" err="1">
              <a:solidFill>
                <a:schemeClr val="dk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68640" y="640140"/>
            <a:ext cx="695088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chemeClr val="accent1">
                    <a:lumMod val="50000"/>
                  </a:schemeClr>
                </a:solidFill>
              </a:rPr>
              <a:t>整体思路</a:t>
            </a:r>
            <a:endParaRPr lang="zh-CN" altLang="en-US" sz="3200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1055685" y="1224778"/>
            <a:ext cx="9765552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如何绘制镂垫？</a:t>
            </a:r>
            <a:endParaRPr lang="zh-CN" altLang="en-US" sz="2400" kern="100" dirty="0">
              <a:solidFill>
                <a:schemeClr val="dk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" name="矩形 4"/>
          <p:cNvSpPr/>
          <p:nvPr>
            <p:custDataLst>
              <p:tags r:id="rId2"/>
            </p:custDataLst>
          </p:nvPr>
        </p:nvSpPr>
        <p:spPr>
          <a:xfrm>
            <a:off x="568640" y="640140"/>
            <a:ext cx="695088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绘制镂垫</a:t>
            </a:r>
            <a:endParaRPr lang="zh-CN" altLang="en-US" sz="3200" kern="100" dirty="0">
              <a:solidFill>
                <a:schemeClr val="dk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370" y="2032000"/>
            <a:ext cx="4030345" cy="3699510"/>
          </a:xfrm>
          <a:prstGeom prst="rect">
            <a:avLst/>
          </a:prstGeom>
        </p:spPr>
      </p:pic>
      <p:sp>
        <p:nvSpPr>
          <p:cNvPr id="9" name="文本框 8"/>
          <p:cNvSpPr txBox="1"/>
          <p:nvPr>
            <p:custDataLst>
              <p:tags r:id="rId4"/>
            </p:custDataLst>
          </p:nvPr>
        </p:nvSpPr>
        <p:spPr>
          <a:xfrm>
            <a:off x="5652135" y="2032000"/>
            <a:ext cx="5384165" cy="3526790"/>
          </a:xfrm>
          <a:prstGeom prst="rect">
            <a:avLst/>
          </a:prstGeom>
        </p:spPr>
        <p:txBody>
          <a:bodyPr>
            <a:noAutofit/>
          </a:bodyPr>
          <a:p>
            <a:pPr marL="0" lvl="0" indent="0"/>
            <a:r>
              <a:rPr lang="en-US" altLang="en-US" sz="2000" b="1" i="0">
                <a:solidFill>
                  <a:srgbClr val="000000"/>
                </a:solidFill>
              </a:rPr>
              <a:t>1、确定顶点：在平面上标记出A、B、C三个点，以此构成大三角形的三个顶点。</a:t>
            </a:r>
            <a:endParaRPr lang="en-US" altLang="en-US" sz="2000" b="1" i="0">
              <a:solidFill>
                <a:srgbClr val="000000"/>
              </a:solidFill>
            </a:endParaRPr>
          </a:p>
          <a:p>
            <a:pPr marL="0" lvl="0" indent="0"/>
            <a:r>
              <a:rPr lang="en-US" altLang="en-US" sz="2000" b="1" i="0">
                <a:solidFill>
                  <a:srgbClr val="000000"/>
                </a:solidFill>
              </a:rPr>
              <a:t>2、设定起点：在三角形内部（或其邻近区域）随机选取一点，记为初始当前点P₀。</a:t>
            </a:r>
            <a:endParaRPr lang="en-US" altLang="en-US" sz="2000" b="1" i="0">
              <a:solidFill>
                <a:srgbClr val="000000"/>
              </a:solidFill>
            </a:endParaRPr>
          </a:p>
          <a:p>
            <a:pPr marL="0" lvl="0" indent="0"/>
            <a:r>
              <a:rPr lang="en-US" altLang="en-US" sz="2000" b="1" i="0">
                <a:solidFill>
                  <a:srgbClr val="000000"/>
                </a:solidFill>
              </a:rPr>
              <a:t>3、迭代跳跃：</a:t>
            </a:r>
            <a:endParaRPr lang="en-US" altLang="en-US" sz="2000" b="1" i="0">
              <a:solidFill>
                <a:srgbClr val="000000"/>
              </a:solidFill>
            </a:endParaRPr>
          </a:p>
          <a:p>
            <a:pPr marL="0" lvl="0" indent="0"/>
            <a:r>
              <a:rPr lang="en-US" altLang="en-US" sz="2000" b="1" i="0">
                <a:solidFill>
                  <a:srgbClr val="000000"/>
                </a:solidFill>
              </a:rPr>
              <a:t>从A、B、C三个顶点中随机选择一个目标顶点。</a:t>
            </a:r>
            <a:endParaRPr lang="en-US" altLang="en-US" sz="2000" b="1" i="0">
              <a:solidFill>
                <a:srgbClr val="000000"/>
              </a:solidFill>
            </a:endParaRPr>
          </a:p>
          <a:p>
            <a:pPr marL="0" lvl="0" indent="0"/>
            <a:r>
              <a:rPr lang="en-US" altLang="en-US" sz="2000" b="1" i="0">
                <a:solidFill>
                  <a:srgbClr val="000000"/>
                </a:solidFill>
              </a:rPr>
              <a:t>移动至当前点与目标顶点的中点位置。</a:t>
            </a:r>
            <a:endParaRPr lang="en-US" altLang="en-US" sz="2000" b="1" i="0">
              <a:solidFill>
                <a:srgbClr val="000000"/>
              </a:solidFill>
            </a:endParaRPr>
          </a:p>
          <a:p>
            <a:pPr marL="0" lvl="0" indent="0"/>
            <a:r>
              <a:rPr lang="en-US" altLang="en-US" sz="2000" b="1" i="0">
                <a:solidFill>
                  <a:srgbClr val="000000"/>
                </a:solidFill>
              </a:rPr>
              <a:t>将该新位置记为P₁，并将其更新为新的“当前点”。</a:t>
            </a:r>
            <a:endParaRPr lang="en-US" altLang="en-US" sz="2000" b="1" i="0">
              <a:solidFill>
                <a:srgbClr val="000000"/>
              </a:solidFill>
            </a:endParaRPr>
          </a:p>
          <a:p>
            <a:pPr marL="0" lvl="0" indent="0"/>
            <a:r>
              <a:rPr lang="en-US" altLang="en-US" sz="2000" b="1" i="0">
                <a:solidFill>
                  <a:srgbClr val="000000"/>
                </a:solidFill>
              </a:rPr>
              <a:t>4、重复执行：将上述迭代跳跃步骤重复数千乃至上万次。</a:t>
            </a:r>
            <a:endParaRPr lang="en-US" altLang="en-US" sz="2000" b="1" i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1055685" y="1708648"/>
            <a:ext cx="9765552" cy="3900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运行提供的示例程序</a:t>
            </a:r>
            <a:r>
              <a:rPr lang="en-US" altLang="zh-CN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(exp2-2-1.cpp)</a:t>
            </a:r>
            <a:r>
              <a:rPr lang="zh-CN" altLang="en-US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，对程序进行改写：</a:t>
            </a:r>
            <a:endParaRPr lang="zh-CN" altLang="en-US" sz="2400" kern="100" dirty="0">
              <a:solidFill>
                <a:schemeClr val="dk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比较开启</a:t>
            </a:r>
            <a:r>
              <a:rPr lang="en-US" altLang="zh-CN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/</a:t>
            </a:r>
            <a:r>
              <a:rPr lang="zh-CN" altLang="en-US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不开启深度缓冲区 </a:t>
            </a:r>
            <a:r>
              <a:rPr lang="en-US" altLang="zh-CN" sz="2400" kern="100" dirty="0" err="1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glEnable</a:t>
            </a:r>
            <a:r>
              <a:rPr lang="en-US" altLang="zh-CN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(GL_DEPTH_TEST) </a:t>
            </a:r>
            <a:r>
              <a:rPr lang="zh-CN" altLang="en-US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的效果</a:t>
            </a:r>
            <a:r>
              <a:rPr lang="en-US" altLang="zh-CN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;</a:t>
            </a:r>
            <a:r>
              <a:rPr lang="zh-CN" altLang="en-US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理解深度缓冲区的作用、用法</a:t>
            </a:r>
            <a:endParaRPr lang="zh-CN" altLang="en-US" sz="2400" kern="100" dirty="0">
              <a:solidFill>
                <a:schemeClr val="dk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让正方体自行旋转，而不是相机旋转</a:t>
            </a:r>
            <a:endParaRPr lang="zh-CN" altLang="en-US" sz="2400" kern="100" dirty="0">
              <a:solidFill>
                <a:schemeClr val="dk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在正方体自行旋转的前提下，实现交互式的相机控制（</a:t>
            </a:r>
            <a:r>
              <a:rPr lang="en-US" altLang="zh-CN" sz="2400" kern="100" dirty="0" err="1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wasd</a:t>
            </a:r>
            <a:r>
              <a:rPr lang="zh-CN" altLang="en-US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控制相机的前进后退左右移动，</a:t>
            </a:r>
            <a:r>
              <a:rPr lang="en-US" altLang="zh-CN" sz="2400" kern="100" dirty="0" err="1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qe</a:t>
            </a:r>
            <a:r>
              <a:rPr lang="zh-CN" altLang="en-US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实现相机的升降，使用鼠标调整相机的朝向，</a:t>
            </a:r>
            <a:r>
              <a:rPr lang="en-US" altLang="zh-CN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L</a:t>
            </a:r>
            <a:r>
              <a:rPr lang="zh-CN" altLang="en-US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锁定相机的移动和旋转） </a:t>
            </a:r>
            <a:endParaRPr lang="zh-CN" altLang="en-US" sz="2400" kern="100" dirty="0">
              <a:solidFill>
                <a:schemeClr val="dk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68640" y="640140"/>
            <a:ext cx="695088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chemeClr val="accent1">
                    <a:lumMod val="50000"/>
                  </a:schemeClr>
                </a:solidFill>
              </a:rPr>
              <a:t>旋转的正方体</a:t>
            </a:r>
            <a:endParaRPr lang="zh-CN" altLang="en-US" sz="3200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1055685" y="1708648"/>
            <a:ext cx="9765552" cy="4523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如何让正方体转起来？</a:t>
            </a:r>
            <a:endParaRPr lang="en-US" altLang="zh-CN" sz="2400" kern="100" dirty="0">
              <a:solidFill>
                <a:schemeClr val="dk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使用</a:t>
            </a:r>
            <a:r>
              <a:rPr lang="en-US" altLang="zh-CN" sz="2400" kern="100" dirty="0" err="1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glRotatef</a:t>
            </a:r>
            <a:endParaRPr lang="en-US" altLang="zh-CN" sz="2400" kern="100" dirty="0">
              <a:solidFill>
                <a:schemeClr val="dk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如何实现按键的交互式相机控制？</a:t>
            </a:r>
            <a:endParaRPr lang="en-US" altLang="zh-CN" sz="2400" kern="100" dirty="0">
              <a:solidFill>
                <a:schemeClr val="dk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使用按键回调函数</a:t>
            </a:r>
            <a:r>
              <a:rPr lang="en-US" altLang="zh-CN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glutKeyboardFunc</a:t>
            </a:r>
            <a:r>
              <a:rPr lang="zh-CN" altLang="en-US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，每次按键时改变相机的位置和观察点的位置</a:t>
            </a:r>
            <a:endParaRPr lang="en-US" altLang="zh-CN" sz="2400" kern="100" dirty="0">
              <a:solidFill>
                <a:schemeClr val="dk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如何实现鼠标的交互式相机控制？</a:t>
            </a:r>
            <a:endParaRPr lang="en-US" altLang="zh-CN" sz="2400" kern="100" dirty="0">
              <a:solidFill>
                <a:schemeClr val="dk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使用鼠标回调函数</a:t>
            </a:r>
            <a:r>
              <a:rPr lang="en-US" altLang="zh-CN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glutPassiveMotionFunc</a:t>
            </a:r>
            <a:r>
              <a:rPr lang="zh-CN" altLang="en-US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，根据鼠标的位置改变相机的观察点的位置</a:t>
            </a:r>
            <a:endParaRPr lang="zh-CN" altLang="en-US" sz="2400" kern="100" dirty="0">
              <a:solidFill>
                <a:schemeClr val="dk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" name="矩形 4"/>
          <p:cNvSpPr/>
          <p:nvPr>
            <p:custDataLst>
              <p:tags r:id="rId2"/>
            </p:custDataLst>
          </p:nvPr>
        </p:nvSpPr>
        <p:spPr>
          <a:xfrm>
            <a:off x="568640" y="640140"/>
            <a:ext cx="695088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chemeClr val="dk1"/>
                </a:solidFill>
              </a:rPr>
              <a:t>整体思路</a:t>
            </a:r>
            <a:endParaRPr lang="zh-CN" altLang="en-US" sz="32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1055685" y="1708648"/>
            <a:ext cx="9765552" cy="5011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键盘的交互式相机控制</a:t>
            </a:r>
            <a:endParaRPr lang="en-US" altLang="zh-CN" sz="2400" kern="100" dirty="0">
              <a:solidFill>
                <a:schemeClr val="dk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使用</a:t>
            </a:r>
            <a:r>
              <a:rPr lang="en-US" altLang="zh-CN" sz="2400" kern="100" dirty="0" err="1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gluLookAt</a:t>
            </a:r>
            <a:r>
              <a:rPr lang="zh-CN" altLang="en-US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设置相机</a:t>
            </a:r>
            <a:endParaRPr lang="en-US" altLang="zh-CN" sz="2400" kern="100" dirty="0">
              <a:solidFill>
                <a:schemeClr val="dk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当按下某键时，将相机的位置沿某一轴进行移动</a:t>
            </a:r>
            <a:endParaRPr lang="en-US" altLang="zh-CN" sz="2400" kern="100" dirty="0">
              <a:solidFill>
                <a:schemeClr val="dk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为保证视角不变，将观察点的位置进行相应的移动</a:t>
            </a:r>
            <a:endParaRPr lang="en-US" altLang="zh-CN" sz="2400" kern="100" dirty="0">
              <a:solidFill>
                <a:schemeClr val="dk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鼠标的交互式相机控制</a:t>
            </a:r>
            <a:endParaRPr lang="en-US" altLang="zh-CN" sz="2400" kern="100" dirty="0">
              <a:solidFill>
                <a:schemeClr val="dk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利用</a:t>
            </a:r>
            <a:r>
              <a:rPr lang="en-US" altLang="zh-CN" sz="2400" kern="100" dirty="0" err="1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glutPassiveMotionFunc</a:t>
            </a:r>
            <a:r>
              <a:rPr lang="en-US" altLang="zh-CN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(mouse);</a:t>
            </a:r>
            <a:r>
              <a:rPr lang="zh-CN" altLang="en-US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获取鼠标当前在窗口中的位置</a:t>
            </a:r>
            <a:endParaRPr lang="en-US" altLang="zh-CN" sz="2400" kern="100" dirty="0">
              <a:solidFill>
                <a:schemeClr val="dk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计算鼠标当前位置与前一位置相比的变化量</a:t>
            </a:r>
            <a:endParaRPr lang="en-US" altLang="zh-CN" sz="2400" kern="100" dirty="0">
              <a:solidFill>
                <a:schemeClr val="dk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根据变化量改变相机观察点的位置</a:t>
            </a:r>
            <a:endParaRPr lang="en-US" altLang="zh-CN" sz="2400" kern="100" dirty="0">
              <a:solidFill>
                <a:schemeClr val="dk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也可以将变化量除以一个常数，减小相机的转动幅度</a:t>
            </a:r>
            <a:endParaRPr lang="zh-CN" altLang="en-US" sz="2400" kern="100" dirty="0">
              <a:solidFill>
                <a:schemeClr val="dk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68640" y="640140"/>
            <a:ext cx="695088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chemeClr val="accent1">
                    <a:lumMod val="50000"/>
                  </a:schemeClr>
                </a:solidFill>
              </a:rPr>
              <a:t>交互式相机控制</a:t>
            </a:r>
            <a:endParaRPr lang="zh-CN" altLang="en-US" sz="3200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1055685" y="1708648"/>
            <a:ext cx="9765552" cy="22382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在不使用</a:t>
            </a:r>
            <a:r>
              <a:rPr lang="en-US" altLang="zh-CN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glut</a:t>
            </a:r>
            <a:r>
              <a:rPr lang="zh-CN" altLang="en-US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对象的情况下，绘制一个线框球体</a:t>
            </a:r>
            <a:endParaRPr lang="zh-CN" altLang="en-US" sz="2400" kern="100" dirty="0">
              <a:solidFill>
                <a:schemeClr val="dk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添加动画效果，让球体绕球心旋转</a:t>
            </a:r>
            <a:endParaRPr lang="zh-CN" altLang="en-US" sz="2400" kern="100" dirty="0">
              <a:solidFill>
                <a:schemeClr val="dk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添加</a:t>
            </a:r>
            <a:r>
              <a:rPr lang="en-US" altLang="zh-CN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reshape</a:t>
            </a:r>
            <a:r>
              <a:rPr lang="zh-CN" altLang="en-US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回调函数，使其不形变</a:t>
            </a:r>
            <a:endParaRPr lang="zh-CN" altLang="en-US" sz="2400" kern="100" dirty="0">
              <a:solidFill>
                <a:schemeClr val="dk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添加交互式的相机控制（同</a:t>
            </a:r>
            <a:r>
              <a:rPr lang="en-US" altLang="zh-CN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task2</a:t>
            </a:r>
            <a:r>
              <a:rPr lang="zh-CN" altLang="en-US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）</a:t>
            </a:r>
            <a:endParaRPr lang="zh-CN" altLang="en-US" sz="2400" kern="100" dirty="0">
              <a:solidFill>
                <a:schemeClr val="dk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68640" y="640140"/>
            <a:ext cx="695088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chemeClr val="accent1">
                    <a:lumMod val="50000"/>
                  </a:schemeClr>
                </a:solidFill>
              </a:rPr>
              <a:t>线框球体的绘制</a:t>
            </a:r>
            <a:endParaRPr lang="zh-CN" altLang="en-US" sz="3200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1055685" y="1708648"/>
            <a:ext cx="9765552" cy="4523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如何绘制线框球体？</a:t>
            </a:r>
            <a:endParaRPr lang="en-US" altLang="zh-CN" sz="2400" kern="100" dirty="0">
              <a:solidFill>
                <a:schemeClr val="dk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利用球的参数方程</a:t>
            </a:r>
            <a:endParaRPr lang="en-US" altLang="zh-CN" sz="2400" kern="100" dirty="0">
              <a:solidFill>
                <a:schemeClr val="dk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如何让线框球体转起来？</a:t>
            </a:r>
            <a:endParaRPr lang="zh-CN" altLang="en-US" sz="2400" kern="100" dirty="0">
              <a:solidFill>
                <a:schemeClr val="dk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同</a:t>
            </a:r>
            <a:r>
              <a:rPr lang="en-US" altLang="zh-CN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task2</a:t>
            </a:r>
            <a:endParaRPr lang="en-US" altLang="zh-CN" sz="2400" kern="100" dirty="0">
              <a:solidFill>
                <a:schemeClr val="dk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如何保持线框球体不形变？</a:t>
            </a:r>
            <a:endParaRPr lang="zh-CN" altLang="en-US" sz="2400" kern="100" dirty="0">
              <a:solidFill>
                <a:schemeClr val="dk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设置</a:t>
            </a:r>
            <a:r>
              <a:rPr lang="en-US" altLang="zh-CN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reshape</a:t>
            </a:r>
            <a:endParaRPr lang="en-US" altLang="zh-CN" sz="2400" kern="100" dirty="0">
              <a:solidFill>
                <a:schemeClr val="dk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如何添加交互式相机控制？</a:t>
            </a:r>
            <a:endParaRPr lang="zh-CN" altLang="en-US" sz="2400" kern="100" dirty="0">
              <a:solidFill>
                <a:schemeClr val="dk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同</a:t>
            </a:r>
            <a:r>
              <a:rPr lang="en-US" altLang="zh-CN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task2</a:t>
            </a:r>
            <a:endParaRPr lang="en-US" altLang="zh-CN" sz="2400" kern="100" dirty="0">
              <a:solidFill>
                <a:schemeClr val="dk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68640" y="640140"/>
            <a:ext cx="695088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chemeClr val="accent1">
                    <a:lumMod val="50000"/>
                  </a:schemeClr>
                </a:solidFill>
              </a:rPr>
              <a:t>整体思路</a:t>
            </a:r>
            <a:endParaRPr lang="zh-CN" altLang="en-US" sz="3200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1055685" y="1708648"/>
            <a:ext cx="9765552" cy="3900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利用球的参数方程</a:t>
            </a:r>
            <a:endParaRPr lang="en-US" altLang="zh-CN" sz="2400" kern="100" dirty="0">
              <a:solidFill>
                <a:schemeClr val="dk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x = r sin(</a:t>
            </a:r>
            <a:r>
              <a:rPr lang="el-GR" altLang="zh-CN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φ) </a:t>
            </a:r>
            <a:r>
              <a:rPr lang="en-US" altLang="zh-CN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cos(</a:t>
            </a:r>
            <a:r>
              <a:rPr lang="el-GR" altLang="zh-CN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θ) </a:t>
            </a:r>
            <a:endParaRPr lang="en-US" altLang="zh-CN" sz="2400" kern="100" dirty="0">
              <a:solidFill>
                <a:schemeClr val="dk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y = r sin(</a:t>
            </a:r>
            <a:r>
              <a:rPr lang="el-GR" altLang="zh-CN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φ) </a:t>
            </a:r>
            <a:r>
              <a:rPr lang="en-US" altLang="zh-CN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sin(</a:t>
            </a:r>
            <a:r>
              <a:rPr lang="el-GR" altLang="zh-CN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θ) </a:t>
            </a:r>
            <a:endParaRPr lang="en-US" altLang="zh-CN" sz="2400" kern="100" dirty="0">
              <a:solidFill>
                <a:schemeClr val="dk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z = r cos(</a:t>
            </a:r>
            <a:r>
              <a:rPr lang="el-GR" altLang="zh-CN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φ)</a:t>
            </a:r>
            <a:endParaRPr lang="en-US" altLang="zh-CN" sz="2400" kern="100" dirty="0">
              <a:solidFill>
                <a:schemeClr val="dk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r</a:t>
            </a:r>
            <a:r>
              <a:rPr lang="zh-CN" altLang="en-US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是球的半径，</a:t>
            </a:r>
            <a:r>
              <a:rPr lang="el-GR" altLang="zh-CN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φ</a:t>
            </a:r>
            <a:r>
              <a:rPr lang="zh-CN" altLang="en-US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是极角，</a:t>
            </a:r>
            <a:r>
              <a:rPr lang="el-GR" altLang="zh-CN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θ</a:t>
            </a:r>
            <a:r>
              <a:rPr lang="zh-CN" altLang="en-US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是方位角。</a:t>
            </a:r>
            <a:endParaRPr lang="en-US" altLang="zh-CN" sz="2400" kern="100" dirty="0">
              <a:solidFill>
                <a:schemeClr val="dk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极角是从正</a:t>
            </a:r>
            <a:r>
              <a:rPr lang="en-US" altLang="zh-CN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z</a:t>
            </a:r>
            <a:r>
              <a:rPr lang="zh-CN" altLang="en-US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轴到点的线段与正</a:t>
            </a:r>
            <a:r>
              <a:rPr lang="en-US" altLang="zh-CN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z</a:t>
            </a:r>
            <a:r>
              <a:rPr lang="zh-CN" altLang="en-US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轴的夹角，范围从</a:t>
            </a:r>
            <a:r>
              <a:rPr lang="en-US" altLang="zh-CN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0</a:t>
            </a:r>
            <a:r>
              <a:rPr lang="zh-CN" altLang="en-US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到</a:t>
            </a:r>
            <a:r>
              <a:rPr lang="en-US" altLang="zh-CN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π</a:t>
            </a:r>
            <a:r>
              <a:rPr lang="zh-CN" altLang="en-US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。</a:t>
            </a:r>
            <a:endParaRPr lang="en-US" altLang="zh-CN" sz="2400" kern="100" dirty="0">
              <a:solidFill>
                <a:schemeClr val="dk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方位角是从正</a:t>
            </a:r>
            <a:r>
              <a:rPr lang="en-US" altLang="zh-CN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zh-CN" altLang="en-US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轴到点的线段与正</a:t>
            </a:r>
            <a:r>
              <a:rPr lang="en-US" altLang="zh-CN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zh-CN" altLang="en-US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轴的夹角，范围从</a:t>
            </a:r>
            <a:r>
              <a:rPr lang="en-US" altLang="zh-CN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0</a:t>
            </a:r>
            <a:r>
              <a:rPr lang="zh-CN" altLang="en-US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到</a:t>
            </a:r>
            <a:r>
              <a:rPr lang="en-US" altLang="zh-CN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2π</a:t>
            </a:r>
            <a:r>
              <a:rPr lang="zh-CN" altLang="en-US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。</a:t>
            </a:r>
            <a:endParaRPr lang="zh-CN" altLang="en-US" sz="2400" kern="100" dirty="0">
              <a:solidFill>
                <a:schemeClr val="dk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68640" y="640140"/>
            <a:ext cx="695088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chemeClr val="accent1">
                    <a:lumMod val="50000"/>
                  </a:schemeClr>
                </a:solidFill>
              </a:rPr>
              <a:t>线框球体</a:t>
            </a:r>
            <a:endParaRPr lang="zh-CN" altLang="en-US" sz="3200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5872" y="640140"/>
            <a:ext cx="4097488" cy="335249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4540" y="3629660"/>
            <a:ext cx="3036570" cy="3072765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568640" y="640140"/>
            <a:ext cx="6950885" cy="58356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3200" dirty="0">
                <a:solidFill>
                  <a:schemeClr val="accent1">
                    <a:lumMod val="50000"/>
                  </a:schemeClr>
                </a:solidFill>
              </a:rPr>
              <a:t>绘制经线</a:t>
            </a:r>
            <a:endParaRPr lang="zh-CN" altLang="en-US" sz="32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1055370" y="1708785"/>
            <a:ext cx="7093585" cy="56311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marL="342900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利用球的参数方程</a:t>
            </a:r>
            <a:endParaRPr lang="en-US" altLang="zh-CN" sz="2400" kern="100" dirty="0">
              <a:solidFill>
                <a:schemeClr val="dk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x = r sin(</a:t>
            </a:r>
            <a:r>
              <a:rPr lang="el-GR" altLang="zh-CN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φ) </a:t>
            </a:r>
            <a:r>
              <a:rPr lang="en-US" altLang="zh-CN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cos(</a:t>
            </a:r>
            <a:r>
              <a:rPr lang="el-GR" altLang="zh-CN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θ) </a:t>
            </a:r>
            <a:endParaRPr lang="en-US" altLang="zh-CN" sz="2400" kern="100" dirty="0">
              <a:solidFill>
                <a:schemeClr val="dk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y = r sin(</a:t>
            </a:r>
            <a:r>
              <a:rPr lang="el-GR" altLang="zh-CN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φ) </a:t>
            </a:r>
            <a:r>
              <a:rPr lang="en-US" altLang="zh-CN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sin(</a:t>
            </a:r>
            <a:r>
              <a:rPr lang="el-GR" altLang="zh-CN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θ) </a:t>
            </a:r>
            <a:endParaRPr lang="en-US" altLang="zh-CN" sz="2400" kern="100" dirty="0">
              <a:solidFill>
                <a:schemeClr val="dk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z = r cos(</a:t>
            </a:r>
            <a:r>
              <a:rPr lang="el-GR" altLang="zh-CN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φ)</a:t>
            </a:r>
            <a:endParaRPr lang="el-GR" altLang="zh-CN" sz="2400" kern="100" dirty="0">
              <a:solidFill>
                <a:schemeClr val="dk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固定方向角</a:t>
            </a:r>
            <a:r>
              <a:rPr lang="el-GR" altLang="zh-CN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θ</a:t>
            </a:r>
            <a:r>
              <a:rPr lang="zh-CN" altLang="el-GR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，然后修改极角</a:t>
            </a:r>
            <a:r>
              <a:rPr lang="el-GR" altLang="zh-CN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φ</a:t>
            </a:r>
            <a:r>
              <a:rPr lang="zh-CN" altLang="el-GR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（从</a:t>
            </a:r>
            <a:r>
              <a:rPr lang="en-US" altLang="zh-CN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0</a:t>
            </a:r>
            <a:r>
              <a:rPr lang="zh-CN" altLang="en-US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到</a:t>
            </a:r>
            <a:r>
              <a:rPr lang="en-US" altLang="zh-CN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π</a:t>
            </a:r>
            <a:r>
              <a:rPr lang="zh-CN" altLang="el-GR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），求出经线的顶点坐标，将求出的顶点连成一条经线</a:t>
            </a:r>
            <a:endParaRPr lang="zh-CN" altLang="el-GR" sz="2400" kern="100" dirty="0">
              <a:solidFill>
                <a:schemeClr val="dk1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l-GR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修改方向角</a:t>
            </a:r>
            <a:r>
              <a:rPr lang="el-GR" altLang="zh-CN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θ</a:t>
            </a:r>
            <a:r>
              <a:rPr lang="zh-CN" altLang="el-GR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，然后重复上一步骤绘制新一条经线</a:t>
            </a:r>
            <a:endParaRPr lang="zh-CN" altLang="el-GR" sz="2400" kern="100" dirty="0">
              <a:solidFill>
                <a:schemeClr val="dk1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endParaRPr lang="zh-CN" altLang="el-GR" sz="2400" kern="100" dirty="0">
              <a:solidFill>
                <a:schemeClr val="dk1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4267" y="276920"/>
            <a:ext cx="4097488" cy="335249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矩形 4"/>
          <p:cNvSpPr/>
          <p:nvPr/>
        </p:nvSpPr>
        <p:spPr>
          <a:xfrm>
            <a:off x="568640" y="640140"/>
            <a:ext cx="6950885" cy="58356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3200" dirty="0">
                <a:solidFill>
                  <a:schemeClr val="accent1">
                    <a:lumMod val="50000"/>
                  </a:schemeClr>
                </a:solidFill>
              </a:rPr>
              <a:t>绘制纬线</a:t>
            </a:r>
            <a:endParaRPr lang="zh-CN" altLang="en-US" sz="32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1055370" y="1708785"/>
            <a:ext cx="7093585" cy="56311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marL="342900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利用球的参数方程</a:t>
            </a:r>
            <a:endParaRPr lang="en-US" altLang="zh-CN" sz="2400" kern="100" dirty="0">
              <a:solidFill>
                <a:schemeClr val="dk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x = r sin(</a:t>
            </a:r>
            <a:r>
              <a:rPr lang="el-GR" altLang="zh-CN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φ) </a:t>
            </a:r>
            <a:r>
              <a:rPr lang="en-US" altLang="zh-CN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cos(</a:t>
            </a:r>
            <a:r>
              <a:rPr lang="el-GR" altLang="zh-CN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θ) </a:t>
            </a:r>
            <a:endParaRPr lang="en-US" altLang="zh-CN" sz="2400" kern="100" dirty="0">
              <a:solidFill>
                <a:schemeClr val="dk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y = r sin(</a:t>
            </a:r>
            <a:r>
              <a:rPr lang="el-GR" altLang="zh-CN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φ) </a:t>
            </a:r>
            <a:r>
              <a:rPr lang="en-US" altLang="zh-CN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sin(</a:t>
            </a:r>
            <a:r>
              <a:rPr lang="el-GR" altLang="zh-CN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θ) </a:t>
            </a:r>
            <a:endParaRPr lang="en-US" altLang="zh-CN" sz="2400" kern="100" dirty="0">
              <a:solidFill>
                <a:schemeClr val="dk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z = r cos(</a:t>
            </a:r>
            <a:r>
              <a:rPr lang="el-GR" altLang="zh-CN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φ)</a:t>
            </a:r>
            <a:endParaRPr lang="el-GR" altLang="zh-CN" sz="2400" kern="100" dirty="0">
              <a:solidFill>
                <a:schemeClr val="dk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固定</a:t>
            </a:r>
            <a:r>
              <a:rPr lang="zh-CN" altLang="el-GR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极角</a:t>
            </a:r>
            <a:r>
              <a:rPr lang="el-GR" altLang="zh-CN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φ</a:t>
            </a:r>
            <a:r>
              <a:rPr lang="zh-CN" altLang="el-GR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，然后修改方向角</a:t>
            </a:r>
            <a:r>
              <a:rPr lang="el-GR" altLang="zh-CN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θ</a:t>
            </a:r>
            <a:r>
              <a:rPr lang="zh-CN" altLang="el-GR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（从</a:t>
            </a:r>
            <a:r>
              <a:rPr lang="en-US" altLang="zh-CN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0</a:t>
            </a:r>
            <a:r>
              <a:rPr lang="zh-CN" altLang="en-US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到</a:t>
            </a:r>
            <a:r>
              <a:rPr lang="en-US" altLang="zh-CN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2π</a:t>
            </a:r>
            <a:r>
              <a:rPr lang="zh-CN" altLang="el-GR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），求出纬线的顶点坐标，将求出的顶点连成一条纬线</a:t>
            </a:r>
            <a:endParaRPr lang="zh-CN" altLang="el-GR" sz="2400" kern="100" dirty="0">
              <a:solidFill>
                <a:schemeClr val="dk1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l-GR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修改极角</a:t>
            </a:r>
            <a:r>
              <a:rPr lang="el-GR" altLang="zh-CN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φ</a:t>
            </a:r>
            <a:r>
              <a:rPr lang="zh-CN" altLang="el-GR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，然后重复上一步骤绘制新一条纬线</a:t>
            </a:r>
            <a:endParaRPr lang="zh-CN" altLang="el-GR" sz="2400" kern="100" dirty="0">
              <a:solidFill>
                <a:schemeClr val="dk1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endParaRPr lang="zh-CN" altLang="el-GR" sz="2400" kern="100" dirty="0">
              <a:solidFill>
                <a:schemeClr val="dk1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4267" y="276920"/>
            <a:ext cx="4097488" cy="335249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1830" y="3629660"/>
            <a:ext cx="2779395" cy="27355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68640" y="640140"/>
            <a:ext cx="695088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chemeClr val="accent1">
                    <a:lumMod val="50000"/>
                  </a:schemeClr>
                </a:solidFill>
              </a:rPr>
              <a:t>纯色小人绘制</a:t>
            </a:r>
            <a:endParaRPr lang="zh-CN" altLang="en-US" sz="32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055685" y="1708648"/>
            <a:ext cx="9765552" cy="2306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400" kern="100" dirty="0">
                <a:solidFill>
                  <a:schemeClr val="dk1"/>
                </a:solidFill>
                <a:cs typeface="Times New Roman" panose="02020503050405090304" pitchFamily="18" charset="0"/>
              </a:rPr>
              <a:t>阅读资料：</a:t>
            </a:r>
            <a:endParaRPr lang="zh-CN" altLang="en-US" sz="2400" kern="100" dirty="0">
              <a:solidFill>
                <a:schemeClr val="dk1"/>
              </a:solidFill>
              <a:cs typeface="Times New Roman" panose="0202050305040509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400" kern="100" dirty="0">
                <a:solidFill>
                  <a:schemeClr val="dk1"/>
                </a:solidFill>
                <a:cs typeface="Times New Roman" panose="02020503050405090304" pitchFamily="18" charset="0"/>
              </a:rPr>
              <a:t>（</a:t>
            </a:r>
            <a:r>
              <a:rPr lang="en-US" altLang="zh-CN" sz="2400" kern="100" dirty="0">
                <a:solidFill>
                  <a:schemeClr val="dk1"/>
                </a:solidFill>
                <a:cs typeface="Times New Roman" panose="02020503050405090304" pitchFamily="18" charset="0"/>
              </a:rPr>
              <a:t>1</a:t>
            </a:r>
            <a:r>
              <a:rPr lang="zh-CN" altLang="en-US" sz="2400" kern="100" dirty="0">
                <a:solidFill>
                  <a:schemeClr val="dk1"/>
                </a:solidFill>
                <a:cs typeface="Times New Roman" panose="02020503050405090304" pitchFamily="18" charset="0"/>
              </a:rPr>
              <a:t>）</a:t>
            </a:r>
            <a:r>
              <a:rPr lang="en-US" altLang="zh-CN" sz="2400" kern="100" dirty="0">
                <a:solidFill>
                  <a:schemeClr val="dk1"/>
                </a:solidFill>
                <a:cs typeface="Times New Roman" panose="02020503050405090304" pitchFamily="18" charset="0"/>
              </a:rPr>
              <a:t>《OpenGL</a:t>
            </a:r>
            <a:r>
              <a:rPr lang="zh-CN" altLang="en-US" sz="2400" kern="100" dirty="0">
                <a:solidFill>
                  <a:schemeClr val="dk1"/>
                </a:solidFill>
                <a:cs typeface="Times New Roman" panose="02020503050405090304" pitchFamily="18" charset="0"/>
              </a:rPr>
              <a:t>编程基础</a:t>
            </a:r>
            <a:r>
              <a:rPr lang="en-US" altLang="zh-CN" sz="2400" kern="100" dirty="0">
                <a:solidFill>
                  <a:schemeClr val="dk1"/>
                </a:solidFill>
                <a:cs typeface="Times New Roman" panose="02020503050405090304" pitchFamily="18" charset="0"/>
              </a:rPr>
              <a:t>》</a:t>
            </a:r>
            <a:r>
              <a:rPr lang="zh-CN" altLang="en-US" sz="2400" kern="100" dirty="0">
                <a:solidFill>
                  <a:schemeClr val="dk1"/>
                </a:solidFill>
                <a:cs typeface="Times New Roman" panose="02020503050405090304" pitchFamily="18" charset="0"/>
              </a:rPr>
              <a:t>第三版</a:t>
            </a:r>
            <a:r>
              <a:rPr lang="en-US" altLang="zh-CN" sz="2400" kern="100" dirty="0">
                <a:solidFill>
                  <a:schemeClr val="dk1"/>
                </a:solidFill>
                <a:cs typeface="Times New Roman" panose="02020503050405090304" pitchFamily="18" charset="0"/>
              </a:rPr>
              <a:t>,</a:t>
            </a:r>
            <a:r>
              <a:rPr lang="zh-CN" altLang="en-US" sz="2400" kern="100" dirty="0">
                <a:solidFill>
                  <a:schemeClr val="dk1"/>
                </a:solidFill>
                <a:cs typeface="Times New Roman" panose="02020503050405090304" pitchFamily="18" charset="0"/>
              </a:rPr>
              <a:t>第六章</a:t>
            </a:r>
            <a:endParaRPr lang="en-US" altLang="zh-CN" sz="2400" kern="100" dirty="0">
              <a:solidFill>
                <a:schemeClr val="dk1"/>
              </a:solidFill>
              <a:latin typeface="+mj-lt"/>
              <a:cs typeface="Times New Roman" panose="0202050305040509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400" kern="100" dirty="0">
                <a:solidFill>
                  <a:schemeClr val="dk1"/>
                </a:solidFill>
                <a:latin typeface="+mj-lt"/>
                <a:cs typeface="Times New Roman" panose="02020503050405090304" pitchFamily="18" charset="0"/>
              </a:rPr>
              <a:t>      </a:t>
            </a:r>
            <a:r>
              <a:rPr lang="zh-CN" altLang="en-US" sz="2400" kern="100" dirty="0">
                <a:solidFill>
                  <a:schemeClr val="dk1"/>
                </a:solidFill>
                <a:latin typeface="+mj-lt"/>
                <a:cs typeface="Times New Roman" panose="02020503050405090304" pitchFamily="18" charset="0"/>
              </a:rPr>
              <a:t>学习</a:t>
            </a:r>
            <a:r>
              <a:rPr lang="en-US" altLang="zh-CN" sz="2400" kern="100" dirty="0">
                <a:solidFill>
                  <a:schemeClr val="dk1"/>
                </a:solidFill>
                <a:latin typeface="+mj-lt"/>
                <a:cs typeface="Times New Roman" panose="02020503050405090304" pitchFamily="18" charset="0"/>
              </a:rPr>
              <a:t>ply</a:t>
            </a:r>
            <a:r>
              <a:rPr lang="zh-CN" altLang="en-US" sz="2400" kern="100" dirty="0">
                <a:solidFill>
                  <a:schemeClr val="dk1"/>
                </a:solidFill>
                <a:latin typeface="+mj-lt"/>
                <a:cs typeface="Times New Roman" panose="02020503050405090304" pitchFamily="18" charset="0"/>
              </a:rPr>
              <a:t>文件格式，使用</a:t>
            </a:r>
            <a:r>
              <a:rPr lang="en-US" altLang="zh-CN" sz="2400" kern="100" dirty="0">
                <a:solidFill>
                  <a:schemeClr val="dk1"/>
                </a:solidFill>
                <a:latin typeface="+mj-lt"/>
                <a:cs typeface="Times New Roman" panose="02020503050405090304" pitchFamily="18" charset="0"/>
              </a:rPr>
              <a:t>C++</a:t>
            </a:r>
            <a:r>
              <a:rPr lang="zh-CN" altLang="en-US" sz="2400" kern="100" dirty="0">
                <a:solidFill>
                  <a:schemeClr val="dk1"/>
                </a:solidFill>
                <a:latin typeface="+mj-lt"/>
                <a:cs typeface="Times New Roman" panose="02020503050405090304" pitchFamily="18" charset="0"/>
              </a:rPr>
              <a:t>读入文件内容，将模型显示出来，要求将模型设置为纯色，并显示出来，类似下图效果（颜色不限）</a:t>
            </a:r>
            <a:endParaRPr lang="zh-CN" altLang="en-US" sz="2400" kern="100" dirty="0">
              <a:solidFill>
                <a:schemeClr val="dk1"/>
              </a:solidFill>
              <a:latin typeface="+mj-lt"/>
              <a:cs typeface="Times New Roman" panose="020205030504050903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8740" y="4047076"/>
            <a:ext cx="1859441" cy="267637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568640" y="640140"/>
            <a:ext cx="695088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dirty="0">
                <a:solidFill>
                  <a:schemeClr val="dk1"/>
                </a:solidFill>
              </a:rPr>
              <a:t>PLY</a:t>
            </a:r>
            <a:r>
              <a:rPr lang="zh-CN" altLang="en-US" sz="3200" dirty="0">
                <a:solidFill>
                  <a:schemeClr val="dk1"/>
                </a:solidFill>
              </a:rPr>
              <a:t>格式说明</a:t>
            </a:r>
            <a:endParaRPr lang="zh-CN" altLang="en-US" sz="3200" dirty="0">
              <a:solidFill>
                <a:schemeClr val="dk1"/>
              </a:solidFill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593090" y="1708785"/>
            <a:ext cx="5627370" cy="2861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Wingdings" panose="05000000000000000000" pitchFamily="2" charset="2"/>
              </a:rPr>
              <a:t>典型的</a:t>
            </a:r>
            <a:r>
              <a:rPr lang="en-US" altLang="zh-CN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Wingdings" panose="05000000000000000000" pitchFamily="2" charset="2"/>
              </a:rPr>
              <a:t>PLY</a:t>
            </a:r>
            <a:r>
              <a:rPr lang="zh-CN" altLang="en-US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Wingdings" panose="05000000000000000000" pitchFamily="2" charset="2"/>
              </a:rPr>
              <a:t>文件结构：</a:t>
            </a:r>
            <a:endParaRPr lang="zh-CN" altLang="en-US" sz="2400" kern="100" dirty="0">
              <a:solidFill>
                <a:schemeClr val="dk1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Wingdings" panose="05000000000000000000" pitchFamily="2" charset="2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Wingdings" panose="05000000000000000000" pitchFamily="2" charset="2"/>
              </a:rPr>
              <a:t>头部</a:t>
            </a:r>
            <a:endParaRPr lang="zh-CN" altLang="en-US" sz="2400" kern="100" dirty="0">
              <a:solidFill>
                <a:schemeClr val="dk1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Wingdings" panose="05000000000000000000" pitchFamily="2" charset="2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Wingdings" panose="05000000000000000000" pitchFamily="2" charset="2"/>
              </a:rPr>
              <a:t>顶点列表</a:t>
            </a:r>
            <a:endParaRPr lang="zh-CN" altLang="en-US" sz="2400" kern="100" dirty="0">
              <a:solidFill>
                <a:schemeClr val="dk1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Wingdings" panose="05000000000000000000" pitchFamily="2" charset="2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Wingdings" panose="05000000000000000000" pitchFamily="2" charset="2"/>
              </a:rPr>
              <a:t>面片列表</a:t>
            </a:r>
            <a:endParaRPr lang="zh-CN" altLang="en-US" sz="2400" kern="100" dirty="0">
              <a:solidFill>
                <a:schemeClr val="dk1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Wingdings" panose="05000000000000000000" pitchFamily="2" charset="2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Wingdings" panose="05000000000000000000" pitchFamily="2" charset="2"/>
              </a:rPr>
              <a:t>（其他元素列表）</a:t>
            </a:r>
            <a:endParaRPr lang="zh-CN" altLang="en-US" sz="2400" kern="100" dirty="0">
              <a:solidFill>
                <a:schemeClr val="dk1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Wingdings" panose="05000000000000000000" pitchFamily="2" charset="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9815" y="388620"/>
            <a:ext cx="5844540" cy="304038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9485" y="3557905"/>
            <a:ext cx="7360920" cy="30556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68640" y="640140"/>
            <a:ext cx="6950885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chemeClr val="accent1">
                    <a:lumMod val="50000"/>
                  </a:schemeClr>
                </a:solidFill>
              </a:rPr>
              <a:t>附加题：光照小人绘制</a:t>
            </a:r>
            <a:endParaRPr lang="zh-CN" altLang="en-US" sz="32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055685" y="1708648"/>
            <a:ext cx="9765552" cy="1131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kern="100" dirty="0">
                <a:solidFill>
                  <a:schemeClr val="dk1"/>
                </a:solidFill>
                <a:latin typeface="+mj-lt"/>
                <a:cs typeface="Times New Roman" panose="02020503050405090304" pitchFamily="18" charset="0"/>
              </a:rPr>
              <a:t>设置光照使小人显示出明暗效果，类似下图效果。</a:t>
            </a:r>
            <a:endParaRPr lang="en-US" altLang="zh-CN" sz="2400" kern="100" dirty="0">
              <a:solidFill>
                <a:schemeClr val="dk1"/>
              </a:solidFill>
              <a:latin typeface="+mj-lt"/>
              <a:cs typeface="Times New Roman" panose="0202050305040509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kern="100" dirty="0">
                <a:solidFill>
                  <a:schemeClr val="dk1"/>
                </a:solidFill>
                <a:latin typeface="+mj-lt"/>
                <a:cs typeface="Times New Roman" panose="02020503050405090304" pitchFamily="18" charset="0"/>
              </a:rPr>
              <a:t>调整光源位置，使其围绕小人旋转，展示出动画效果。</a:t>
            </a:r>
            <a:endParaRPr lang="zh-CN" altLang="en-US" sz="2400" kern="100" dirty="0">
              <a:solidFill>
                <a:schemeClr val="dk1"/>
              </a:solidFill>
              <a:latin typeface="+mj-lt"/>
              <a:cs typeface="Times New Roman" panose="0202050305040509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5686" y="3334470"/>
            <a:ext cx="2060627" cy="298729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68640" y="640140"/>
            <a:ext cx="6950885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chemeClr val="accent1">
                    <a:lumMod val="50000"/>
                  </a:schemeClr>
                </a:solidFill>
              </a:rPr>
              <a:t>附加题：旋转立方体的明暗计算</a:t>
            </a:r>
            <a:endParaRPr lang="zh-CN" altLang="en-US" sz="32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055685" y="1708648"/>
            <a:ext cx="9765552" cy="3415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400" kern="100" dirty="0">
                <a:solidFill>
                  <a:schemeClr val="dk1"/>
                </a:solidFill>
                <a:latin typeface="+mj-lt"/>
                <a:cs typeface="Times New Roman" panose="02020503050405090304" pitchFamily="18" charset="0"/>
              </a:rPr>
              <a:t>参考</a:t>
            </a:r>
            <a:r>
              <a:rPr lang="en-US" altLang="zh-CN" sz="2400" kern="100" dirty="0">
                <a:solidFill>
                  <a:schemeClr val="dk1"/>
                </a:solidFill>
                <a:latin typeface="+mj-lt"/>
                <a:cs typeface="Times New Roman" panose="02020503050405090304" pitchFamily="18" charset="0"/>
              </a:rPr>
              <a:t>《</a:t>
            </a:r>
            <a:r>
              <a:rPr lang="en-US" altLang="zh-CN" sz="2400" kern="100" dirty="0" err="1">
                <a:solidFill>
                  <a:schemeClr val="dk1"/>
                </a:solidFill>
                <a:latin typeface="+mj-lt"/>
                <a:cs typeface="Times New Roman" panose="02020503050405090304" pitchFamily="18" charset="0"/>
              </a:rPr>
              <a:t>opengl</a:t>
            </a:r>
            <a:r>
              <a:rPr lang="zh-CN" altLang="en-US" sz="2400" kern="100" dirty="0">
                <a:solidFill>
                  <a:schemeClr val="dk1"/>
                </a:solidFill>
                <a:latin typeface="+mj-lt"/>
                <a:cs typeface="Times New Roman" panose="02020503050405090304" pitchFamily="18" charset="0"/>
              </a:rPr>
              <a:t>编程基础</a:t>
            </a:r>
            <a:r>
              <a:rPr lang="en-US" altLang="zh-CN" sz="2400" kern="100" dirty="0">
                <a:solidFill>
                  <a:schemeClr val="dk1"/>
                </a:solidFill>
                <a:latin typeface="+mj-lt"/>
                <a:cs typeface="Times New Roman" panose="02020503050405090304" pitchFamily="18" charset="0"/>
              </a:rPr>
              <a:t>》</a:t>
            </a:r>
            <a:r>
              <a:rPr lang="zh-CN" altLang="en-US" sz="2400" kern="100" dirty="0">
                <a:solidFill>
                  <a:schemeClr val="dk1"/>
                </a:solidFill>
                <a:latin typeface="+mj-lt"/>
                <a:cs typeface="Times New Roman" panose="02020503050405090304" pitchFamily="18" charset="0"/>
              </a:rPr>
              <a:t>第六章</a:t>
            </a:r>
            <a:r>
              <a:rPr lang="en-US" altLang="zh-CN" sz="2400" kern="100" dirty="0">
                <a:solidFill>
                  <a:schemeClr val="dk1"/>
                </a:solidFill>
                <a:latin typeface="+mj-lt"/>
                <a:cs typeface="Times New Roman" panose="02020503050405090304" pitchFamily="18" charset="0"/>
              </a:rPr>
              <a:t>p120</a:t>
            </a:r>
            <a:r>
              <a:rPr lang="zh-CN" altLang="en-US" sz="2400" kern="100" dirty="0">
                <a:solidFill>
                  <a:schemeClr val="dk1"/>
                </a:solidFill>
                <a:latin typeface="+mj-lt"/>
                <a:cs typeface="Times New Roman" panose="02020503050405090304" pitchFamily="18" charset="0"/>
              </a:rPr>
              <a:t>，对</a:t>
            </a:r>
            <a:r>
              <a:rPr lang="en-US" altLang="zh-CN" sz="2400" kern="100" dirty="0">
                <a:solidFill>
                  <a:schemeClr val="dk1"/>
                </a:solidFill>
                <a:latin typeface="+mj-lt"/>
                <a:cs typeface="Times New Roman" panose="02020503050405090304" pitchFamily="18" charset="0"/>
              </a:rPr>
              <a:t>exp2</a:t>
            </a:r>
            <a:r>
              <a:rPr lang="zh-CN" altLang="en-US" sz="2400" kern="100" dirty="0">
                <a:solidFill>
                  <a:schemeClr val="dk1"/>
                </a:solidFill>
                <a:latin typeface="+mj-lt"/>
                <a:cs typeface="Times New Roman" panose="02020503050405090304" pitchFamily="18" charset="0"/>
              </a:rPr>
              <a:t>的旋转立方体程序进行修改，实现明暗计算 </a:t>
            </a:r>
            <a:endParaRPr lang="en-US" altLang="zh-CN" sz="2400" kern="100" dirty="0">
              <a:solidFill>
                <a:schemeClr val="dk1"/>
              </a:solidFill>
              <a:latin typeface="+mj-lt"/>
              <a:cs typeface="Times New Roman" panose="02020503050405090304" pitchFamily="18" charset="0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kern="100" dirty="0">
                <a:solidFill>
                  <a:schemeClr val="dk1"/>
                </a:solidFill>
                <a:latin typeface="+mj-lt"/>
                <a:cs typeface="Times New Roman" panose="02020503050405090304" pitchFamily="18" charset="0"/>
              </a:rPr>
              <a:t>用键盘实现材质的修改（</a:t>
            </a:r>
            <a:r>
              <a:rPr lang="en-US" altLang="zh-CN" sz="2400" kern="100" dirty="0">
                <a:solidFill>
                  <a:schemeClr val="dk1"/>
                </a:solidFill>
                <a:latin typeface="+mj-lt"/>
                <a:cs typeface="Times New Roman" panose="02020503050405090304" pitchFamily="18" charset="0"/>
              </a:rPr>
              <a:t>b</a:t>
            </a:r>
            <a:r>
              <a:rPr lang="zh-CN" altLang="en-US" sz="2400" kern="100" dirty="0">
                <a:solidFill>
                  <a:schemeClr val="dk1"/>
                </a:solidFill>
                <a:latin typeface="+mj-lt"/>
                <a:cs typeface="Times New Roman" panose="02020503050405090304" pitchFamily="18" charset="0"/>
              </a:rPr>
              <a:t>为黄铜材质，</a:t>
            </a:r>
            <a:r>
              <a:rPr lang="en-US" altLang="zh-CN" sz="2400" kern="100" dirty="0">
                <a:solidFill>
                  <a:schemeClr val="dk1"/>
                </a:solidFill>
                <a:latin typeface="+mj-lt"/>
                <a:cs typeface="Times New Roman" panose="02020503050405090304" pitchFamily="18" charset="0"/>
              </a:rPr>
              <a:t>n</a:t>
            </a:r>
            <a:r>
              <a:rPr lang="zh-CN" altLang="en-US" sz="2400" kern="100" dirty="0">
                <a:solidFill>
                  <a:schemeClr val="dk1"/>
                </a:solidFill>
                <a:latin typeface="+mj-lt"/>
                <a:cs typeface="Times New Roman" panose="02020503050405090304" pitchFamily="18" charset="0"/>
              </a:rPr>
              <a:t>为红色塑料材质，</a:t>
            </a:r>
            <a:r>
              <a:rPr lang="en-US" altLang="zh-CN" sz="2400" kern="100" dirty="0">
                <a:solidFill>
                  <a:schemeClr val="dk1"/>
                </a:solidFill>
                <a:latin typeface="+mj-lt"/>
                <a:cs typeface="Times New Roman" panose="02020503050405090304" pitchFamily="18" charset="0"/>
              </a:rPr>
              <a:t>m</a:t>
            </a:r>
            <a:r>
              <a:rPr lang="zh-CN" altLang="en-US" sz="2400" kern="100" dirty="0">
                <a:solidFill>
                  <a:schemeClr val="dk1"/>
                </a:solidFill>
                <a:latin typeface="+mj-lt"/>
                <a:cs typeface="Times New Roman" panose="02020503050405090304" pitchFamily="18" charset="0"/>
              </a:rPr>
              <a:t>为白色光亮材质，具体参数设置可参考参考书）</a:t>
            </a:r>
            <a:endParaRPr lang="en-US" altLang="zh-CN" sz="2400" kern="100" dirty="0">
              <a:solidFill>
                <a:schemeClr val="dk1"/>
              </a:solidFill>
              <a:latin typeface="+mj-lt"/>
              <a:cs typeface="Times New Roman" panose="02020503050405090304" pitchFamily="18" charset="0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kern="100" dirty="0">
                <a:solidFill>
                  <a:schemeClr val="dk1"/>
                </a:solidFill>
                <a:latin typeface="+mj-lt"/>
                <a:cs typeface="Times New Roman" panose="02020503050405090304" pitchFamily="18" charset="0"/>
              </a:rPr>
              <a:t>用键盘实现光源的修改（</a:t>
            </a:r>
            <a:r>
              <a:rPr lang="en-US" altLang="zh-CN" sz="2400" kern="100" dirty="0">
                <a:solidFill>
                  <a:schemeClr val="dk1"/>
                </a:solidFill>
                <a:latin typeface="+mj-lt"/>
                <a:cs typeface="Times New Roman" panose="02020503050405090304" pitchFamily="18" charset="0"/>
              </a:rPr>
              <a:t>o</a:t>
            </a:r>
            <a:r>
              <a:rPr lang="zh-CN" altLang="en-US" sz="2400" kern="100" dirty="0">
                <a:solidFill>
                  <a:schemeClr val="dk1"/>
                </a:solidFill>
                <a:latin typeface="+mj-lt"/>
                <a:cs typeface="Times New Roman" panose="02020503050405090304" pitchFamily="18" charset="0"/>
              </a:rPr>
              <a:t>为白色光，</a:t>
            </a:r>
            <a:r>
              <a:rPr lang="en-US" altLang="zh-CN" sz="2400" kern="100" dirty="0">
                <a:solidFill>
                  <a:schemeClr val="dk1"/>
                </a:solidFill>
                <a:latin typeface="+mj-lt"/>
                <a:cs typeface="Times New Roman" panose="02020503050405090304" pitchFamily="18" charset="0"/>
              </a:rPr>
              <a:t>p</a:t>
            </a:r>
            <a:r>
              <a:rPr lang="zh-CN" altLang="en-US" sz="2400" kern="100" dirty="0">
                <a:solidFill>
                  <a:schemeClr val="dk1"/>
                </a:solidFill>
                <a:latin typeface="+mj-lt"/>
                <a:cs typeface="Times New Roman" panose="02020503050405090304" pitchFamily="18" charset="0"/>
              </a:rPr>
              <a:t>为彩色光）</a:t>
            </a:r>
            <a:endParaRPr lang="zh-CN" altLang="en-US" sz="2400" kern="100" dirty="0">
              <a:solidFill>
                <a:schemeClr val="dk1"/>
              </a:solidFill>
              <a:latin typeface="+mj-lt"/>
              <a:cs typeface="Times New Roman" panose="02020503050405090304" pitchFamily="18" charset="0"/>
            </a:endParaRPr>
          </a:p>
          <a:p>
            <a:pPr marL="0" lvl="2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kern="100" dirty="0">
                <a:solidFill>
                  <a:schemeClr val="dk1"/>
                </a:solidFill>
                <a:latin typeface="+mj-lt"/>
                <a:cs typeface="Times New Roman" panose="02020503050405090304" pitchFamily="18" charset="0"/>
                <a:sym typeface="+mn-ea"/>
              </a:rPr>
              <a:t>实现交互式明暗计算（用滑动条来调整光照和材质参数）</a:t>
            </a:r>
            <a:endParaRPr lang="zh-CN" altLang="en-US" sz="2400" kern="100" dirty="0">
              <a:solidFill>
                <a:schemeClr val="dk1"/>
              </a:solidFill>
              <a:latin typeface="+mj-lt"/>
              <a:cs typeface="Times New Roman" panose="0202050305040509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68640" y="640140"/>
            <a:ext cx="6950885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chemeClr val="accent1">
                    <a:lumMod val="50000"/>
                  </a:schemeClr>
                </a:solidFill>
              </a:rPr>
              <a:t>光照相关函数</a:t>
            </a:r>
            <a:endParaRPr lang="zh-CN" altLang="en-US" sz="32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055685" y="1708648"/>
            <a:ext cx="10435589" cy="4457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Wingdings" panose="05000000000000000000" pitchFamily="2" charset="2"/>
              </a:rPr>
              <a:t>开启光照计算</a:t>
            </a:r>
            <a:endParaRPr lang="en-US" altLang="zh-CN" sz="2400" kern="100" dirty="0">
              <a:solidFill>
                <a:schemeClr val="dk1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Wingdings" panose="05000000000000000000" pitchFamily="2" charset="2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2400" kern="100" dirty="0" err="1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Wingdings" panose="05000000000000000000" pitchFamily="2" charset="2"/>
              </a:rPr>
              <a:t>glEnable</a:t>
            </a:r>
            <a:r>
              <a:rPr lang="en-US" altLang="zh-CN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Wingdings" panose="05000000000000000000" pitchFamily="2" charset="2"/>
              </a:rPr>
              <a:t>(GL_LIGHTING);</a:t>
            </a:r>
            <a:endParaRPr lang="en-US" altLang="zh-CN" sz="2400" kern="100" dirty="0">
              <a:solidFill>
                <a:schemeClr val="dk1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Wingdings" panose="05000000000000000000" pitchFamily="2" charset="2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Wingdings" panose="05000000000000000000" pitchFamily="2" charset="2"/>
              </a:rPr>
              <a:t>开启</a:t>
            </a:r>
            <a:r>
              <a:rPr lang="en-US" altLang="zh-CN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Wingdings" panose="05000000000000000000" pitchFamily="2" charset="2"/>
              </a:rPr>
              <a:t>0</a:t>
            </a:r>
            <a:r>
              <a:rPr lang="zh-CN" altLang="en-US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Wingdings" panose="05000000000000000000" pitchFamily="2" charset="2"/>
              </a:rPr>
              <a:t>号光源</a:t>
            </a:r>
            <a:endParaRPr lang="en-US" altLang="zh-CN" sz="2400" kern="100" dirty="0">
              <a:solidFill>
                <a:schemeClr val="dk1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Wingdings" panose="05000000000000000000" pitchFamily="2" charset="2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2400" kern="100" dirty="0" err="1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Wingdings" panose="05000000000000000000" pitchFamily="2" charset="2"/>
              </a:rPr>
              <a:t>glEnable</a:t>
            </a:r>
            <a:r>
              <a:rPr lang="en-US" altLang="zh-CN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Wingdings" panose="05000000000000000000" pitchFamily="2" charset="2"/>
              </a:rPr>
              <a:t>(GL_LIGHT0);</a:t>
            </a:r>
            <a:endParaRPr lang="en-US" altLang="zh-CN" sz="2400" kern="100" dirty="0">
              <a:solidFill>
                <a:schemeClr val="dk1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Wingdings" panose="05000000000000000000" pitchFamily="2" charset="2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Wingdings" panose="05000000000000000000" pitchFamily="2" charset="2"/>
              </a:rPr>
              <a:t>定义光源的位置（齐次坐标）</a:t>
            </a:r>
            <a:endParaRPr lang="en-US" altLang="zh-CN" sz="2400" kern="100" dirty="0">
              <a:solidFill>
                <a:schemeClr val="dk1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Wingdings" panose="05000000000000000000" pitchFamily="2" charset="2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2400" kern="100" dirty="0" err="1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Wingdings" panose="05000000000000000000" pitchFamily="2" charset="2"/>
              </a:rPr>
              <a:t>GLfloat</a:t>
            </a:r>
            <a:r>
              <a:rPr lang="en-US" altLang="zh-CN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Wingdings" panose="05000000000000000000" pitchFamily="2" charset="2"/>
              </a:rPr>
              <a:t> position[] = { 0.5f, 0.0f, 0.5f, 1.0f };</a:t>
            </a:r>
            <a:endParaRPr lang="en-US" altLang="zh-CN" sz="2400" kern="100" dirty="0">
              <a:solidFill>
                <a:schemeClr val="dk1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Wingdings" panose="05000000000000000000" pitchFamily="2" charset="2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Wingdings" panose="05000000000000000000" pitchFamily="2" charset="2"/>
              </a:rPr>
              <a:t>设置光源的位置</a:t>
            </a:r>
            <a:endParaRPr lang="en-US" altLang="zh-CN" sz="2400" kern="100" dirty="0">
              <a:solidFill>
                <a:schemeClr val="dk1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Wingdings" panose="05000000000000000000" pitchFamily="2" charset="2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2400" kern="100" dirty="0" err="1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Wingdings" panose="05000000000000000000" pitchFamily="2" charset="2"/>
              </a:rPr>
              <a:t>glLightfv</a:t>
            </a:r>
            <a:r>
              <a:rPr lang="en-US" altLang="zh-CN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Wingdings" panose="05000000000000000000" pitchFamily="2" charset="2"/>
              </a:rPr>
              <a:t>(GL_LIGHT0, GL_POSITION, position);</a:t>
            </a:r>
            <a:endParaRPr lang="en-US" altLang="zh-CN" sz="2400" kern="100" dirty="0">
              <a:solidFill>
                <a:schemeClr val="dk1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Wingdings" panose="05000000000000000000" pitchFamily="2" charset="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68640" y="640140"/>
            <a:ext cx="695088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chemeClr val="accent1">
                    <a:lumMod val="50000"/>
                  </a:schemeClr>
                </a:solidFill>
              </a:rPr>
              <a:t>光源和材质属性设置</a:t>
            </a:r>
            <a:endParaRPr lang="zh-CN" altLang="en-US" sz="32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055685" y="1708648"/>
            <a:ext cx="10435589" cy="5011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Wingdings" panose="05000000000000000000" pitchFamily="2" charset="2"/>
              </a:rPr>
              <a:t>设置光源的漫反射属性</a:t>
            </a:r>
            <a:endParaRPr lang="en-US" altLang="zh-CN" sz="2400" kern="100" dirty="0">
              <a:solidFill>
                <a:schemeClr val="dk1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Wingdings" panose="05000000000000000000" pitchFamily="2" charset="2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2400" kern="100" dirty="0" err="1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Wingdings" panose="05000000000000000000" pitchFamily="2" charset="2"/>
              </a:rPr>
              <a:t>GLfloat</a:t>
            </a:r>
            <a:r>
              <a:rPr lang="en-US" altLang="zh-CN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Wingdings" panose="05000000000000000000" pitchFamily="2" charset="2"/>
              </a:rPr>
              <a:t> </a:t>
            </a:r>
            <a:r>
              <a:rPr lang="en-US" altLang="zh-CN" sz="2400" kern="100" dirty="0" err="1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Wingdings" panose="05000000000000000000" pitchFamily="2" charset="2"/>
              </a:rPr>
              <a:t>light_diffuse</a:t>
            </a:r>
            <a:r>
              <a:rPr lang="en-US" altLang="zh-CN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Wingdings" panose="05000000000000000000" pitchFamily="2" charset="2"/>
              </a:rPr>
              <a:t> [ ] = {1.0,1.0 , 1.0, 1.0 };</a:t>
            </a:r>
            <a:endParaRPr lang="en-US" altLang="zh-CN" sz="2400" kern="100" dirty="0">
              <a:solidFill>
                <a:schemeClr val="dk1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Wingdings" panose="05000000000000000000" pitchFamily="2" charset="2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2400" kern="100" dirty="0" err="1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Wingdings" panose="05000000000000000000" pitchFamily="2" charset="2"/>
              </a:rPr>
              <a:t>glLightfv</a:t>
            </a:r>
            <a:r>
              <a:rPr lang="en-US" altLang="zh-CN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Wingdings" panose="05000000000000000000" pitchFamily="2" charset="2"/>
              </a:rPr>
              <a:t> (GL_LIGHT0,GL_DIFFUSE, </a:t>
            </a:r>
            <a:r>
              <a:rPr lang="en-US" altLang="zh-CN" sz="2400" kern="100" dirty="0" err="1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Wingdings" panose="05000000000000000000" pitchFamily="2" charset="2"/>
              </a:rPr>
              <a:t>light_diffuse</a:t>
            </a:r>
            <a:r>
              <a:rPr lang="en-US" altLang="zh-CN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Wingdings" panose="05000000000000000000" pitchFamily="2" charset="2"/>
              </a:rPr>
              <a:t> };</a:t>
            </a:r>
            <a:endParaRPr lang="en-US" altLang="zh-CN" sz="2400" kern="100" dirty="0">
              <a:solidFill>
                <a:schemeClr val="dk1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Wingdings" panose="05000000000000000000" pitchFamily="2" charset="2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Wingdings" panose="05000000000000000000" pitchFamily="2" charset="2"/>
              </a:rPr>
              <a:t>设置材质的环境光和漫反射属性</a:t>
            </a:r>
            <a:endParaRPr lang="en-US" altLang="zh-CN" sz="2400" kern="100" dirty="0">
              <a:solidFill>
                <a:schemeClr val="dk1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Wingdings" panose="05000000000000000000" pitchFamily="2" charset="2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2400" kern="100" dirty="0" err="1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Wingdings" panose="05000000000000000000" pitchFamily="2" charset="2"/>
              </a:rPr>
              <a:t>glMaterialfv</a:t>
            </a:r>
            <a:r>
              <a:rPr lang="en-US" altLang="zh-CN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Wingdings" panose="05000000000000000000" pitchFamily="2" charset="2"/>
              </a:rPr>
              <a:t>(GL_FRONT_AND_BACK,GL_AMBIENT_AND_DIFFUSE, </a:t>
            </a:r>
            <a:r>
              <a:rPr lang="en-US" altLang="zh-CN" sz="2400" kern="100" dirty="0" err="1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Wingdings" panose="05000000000000000000" pitchFamily="2" charset="2"/>
              </a:rPr>
              <a:t>mat_amb_diff</a:t>
            </a:r>
            <a:r>
              <a:rPr lang="en-US" altLang="zh-CN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Wingdings" panose="05000000000000000000" pitchFamily="2" charset="2"/>
              </a:rPr>
              <a:t> ) ; </a:t>
            </a:r>
            <a:endParaRPr lang="en-US" altLang="zh-CN" sz="2400" kern="100" dirty="0">
              <a:solidFill>
                <a:schemeClr val="dk1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Wingdings" panose="05000000000000000000" pitchFamily="2" charset="2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Wingdings" panose="05000000000000000000" pitchFamily="2" charset="2"/>
              </a:rPr>
              <a:t>设置材质的高光反射属性</a:t>
            </a:r>
            <a:endParaRPr lang="en-US" altLang="zh-CN" sz="2400" kern="100" dirty="0">
              <a:solidFill>
                <a:schemeClr val="dk1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Wingdings" panose="05000000000000000000" pitchFamily="2" charset="2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2400" kern="100" dirty="0" err="1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Wingdings" panose="05000000000000000000" pitchFamily="2" charset="2"/>
              </a:rPr>
              <a:t>GLfloat</a:t>
            </a:r>
            <a:r>
              <a:rPr lang="en-US" altLang="zh-CN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Wingdings" panose="05000000000000000000" pitchFamily="2" charset="2"/>
              </a:rPr>
              <a:t> </a:t>
            </a:r>
            <a:r>
              <a:rPr lang="en-US" altLang="zh-CN" sz="2400" kern="100" dirty="0" err="1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Wingdings" panose="05000000000000000000" pitchFamily="2" charset="2"/>
              </a:rPr>
              <a:t>low_shininess</a:t>
            </a:r>
            <a:r>
              <a:rPr lang="en-US" altLang="zh-CN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Wingdings" panose="05000000000000000000" pitchFamily="2" charset="2"/>
              </a:rPr>
              <a:t> [ ] = { 5.0 }; </a:t>
            </a:r>
            <a:endParaRPr lang="en-US" altLang="zh-CN" sz="2400" kern="100" dirty="0">
              <a:solidFill>
                <a:schemeClr val="dk1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Wingdings" panose="05000000000000000000" pitchFamily="2" charset="2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2400" kern="100" dirty="0" err="1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Wingdings" panose="05000000000000000000" pitchFamily="2" charset="2"/>
              </a:rPr>
              <a:t>glMaterialfv</a:t>
            </a:r>
            <a:r>
              <a:rPr lang="en-US" altLang="zh-CN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Wingdings" panose="05000000000000000000" pitchFamily="2" charset="2"/>
              </a:rPr>
              <a:t>(</a:t>
            </a:r>
            <a:r>
              <a:rPr lang="en-US" altLang="zh-CN" sz="2400" kern="100" dirty="0" err="1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Wingdings" panose="05000000000000000000" pitchFamily="2" charset="2"/>
              </a:rPr>
              <a:t>GL_FRONT,GL_SHININESS,low_shininess</a:t>
            </a:r>
            <a:r>
              <a:rPr lang="en-US" altLang="zh-CN" sz="2400" kern="100" dirty="0">
                <a:solidFill>
                  <a:schemeClr val="dk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Wingdings" panose="05000000000000000000" pitchFamily="2" charset="2"/>
              </a:rPr>
              <a:t> ) ;</a:t>
            </a:r>
            <a:endParaRPr lang="en-US" altLang="zh-CN" sz="2400" kern="100" dirty="0">
              <a:solidFill>
                <a:schemeClr val="dk1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Wingdings" panose="05000000000000000000" pitchFamily="2" charset="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568325" y="2109470"/>
            <a:ext cx="10130790" cy="2306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kern="100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提交方式为：将代码源文件、可执行文件、实验报告放到一个文件夹中，文件夹命名格式为：学号</a:t>
            </a:r>
            <a:r>
              <a:rPr lang="en-US" altLang="zh-CN" sz="2400" kern="100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_</a:t>
            </a:r>
            <a:r>
              <a:rPr lang="zh-CN" altLang="en-US" sz="2400" kern="100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姓名，压缩后上传到</a:t>
            </a:r>
            <a:r>
              <a:rPr lang="en-US" altLang="zh-CN" sz="2400" kern="100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ftp</a:t>
            </a:r>
            <a:r>
              <a:rPr lang="zh-CN" altLang="en-US" sz="2400" kern="100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服务器中相应目录下（</a:t>
            </a:r>
            <a:r>
              <a:rPr lang="en-US" altLang="zh-CN" sz="2400" kern="100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/</a:t>
            </a:r>
            <a:r>
              <a:rPr lang="zh-CN" altLang="en-US" sz="2400" kern="100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上传作业</a:t>
            </a:r>
            <a:r>
              <a:rPr lang="en-US" altLang="zh-CN" sz="2400" kern="100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/</a:t>
            </a:r>
            <a:r>
              <a:rPr lang="zh-CN" altLang="en-US" sz="2400" kern="100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曾鸣</a:t>
            </a:r>
            <a:r>
              <a:rPr lang="en-US" altLang="zh-CN" sz="2400" kern="100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/2026</a:t>
            </a:r>
            <a:r>
              <a:rPr lang="zh-CN" altLang="en-US" sz="2400" kern="100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图形学</a:t>
            </a:r>
            <a:r>
              <a:rPr lang="en-US" altLang="zh-CN" sz="2400" kern="100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/</a:t>
            </a:r>
            <a:r>
              <a:rPr lang="zh-CN" altLang="en-US" sz="2400" kern="100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实验</a:t>
            </a:r>
            <a:r>
              <a:rPr lang="en-US" altLang="zh-CN" sz="2400" kern="100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3</a:t>
            </a:r>
            <a:r>
              <a:rPr lang="zh-CN" altLang="en-US" sz="2400" kern="100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）。</a:t>
            </a:r>
            <a:endParaRPr lang="zh-CN" altLang="en-US" sz="2400" kern="100" dirty="0">
              <a:solidFill>
                <a:srgbClr val="00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 algn="l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kern="100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每次实验作业的提交截止日期为下一次理论课前一天晚上。</a:t>
            </a:r>
            <a:endParaRPr lang="zh-CN" altLang="en-US" sz="2400" kern="100" dirty="0">
              <a:solidFill>
                <a:srgbClr val="00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68640" y="640140"/>
            <a:ext cx="695088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chemeClr val="accent1">
                    <a:lumMod val="50000"/>
                  </a:schemeClr>
                </a:solidFill>
              </a:rPr>
              <a:t>作业提交说明</a:t>
            </a:r>
            <a:endParaRPr lang="zh-CN" altLang="en-US" sz="3200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>
                <a:solidFill>
                  <a:schemeClr val="accent1">
                    <a:lumMod val="50000"/>
                  </a:schemeClr>
                </a:solidFill>
                <a:sym typeface="+mn-ea"/>
              </a:rPr>
              <a:t>过往提交作业的主要问题</a:t>
            </a:r>
            <a:endParaRPr lang="zh-CN" altLang="en-US">
              <a:solidFill>
                <a:schemeClr val="accent1">
                  <a:lumMod val="50000"/>
                </a:schemeClr>
              </a:solidFill>
              <a:sym typeface="+mn-ea"/>
            </a:endParaRPr>
          </a:p>
        </p:txBody>
      </p:sp>
      <p:sp>
        <p:nvSpPr>
          <p:cNvPr id="2" name="任意多边形: 形状 8"/>
          <p:cNvSpPr/>
          <p:nvPr>
            <p:custDataLst>
              <p:tags r:id="rId2"/>
            </p:custDataLst>
          </p:nvPr>
        </p:nvSpPr>
        <p:spPr>
          <a:xfrm>
            <a:off x="8472492" y="5428996"/>
            <a:ext cx="2610032" cy="659941"/>
          </a:xfrm>
          <a:custGeom>
            <a:avLst/>
            <a:gdLst>
              <a:gd name="connsiteX0" fmla="*/ 2215287 w 2563825"/>
              <a:gd name="connsiteY0" fmla="*/ 0 h 648233"/>
              <a:gd name="connsiteX1" fmla="*/ 348615 w 2563825"/>
              <a:gd name="connsiteY1" fmla="*/ 0 h 648233"/>
              <a:gd name="connsiteX2" fmla="*/ 0 w 2563825"/>
              <a:gd name="connsiteY2" fmla="*/ 648233 h 648233"/>
              <a:gd name="connsiteX3" fmla="*/ 2563825 w 2563825"/>
              <a:gd name="connsiteY3" fmla="*/ 648233 h 6482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3825" h="648233">
                <a:moveTo>
                  <a:pt x="2215287" y="0"/>
                </a:moveTo>
                <a:lnTo>
                  <a:pt x="348615" y="0"/>
                </a:lnTo>
                <a:lnTo>
                  <a:pt x="0" y="648233"/>
                </a:lnTo>
                <a:lnTo>
                  <a:pt x="2563825" y="648233"/>
                </a:lnTo>
                <a:close/>
              </a:path>
            </a:pathLst>
          </a:custGeom>
          <a:gradFill>
            <a:gsLst>
              <a:gs pos="1000">
                <a:schemeClr val="accent1">
                  <a:lumMod val="0"/>
                  <a:lumOff val="100000"/>
                  <a:alpha val="100000"/>
                </a:schemeClr>
              </a:gs>
              <a:gs pos="100000">
                <a:schemeClr val="accent1">
                  <a:lumMod val="50000"/>
                  <a:lumOff val="50000"/>
                  <a:alpha val="100000"/>
                </a:schemeClr>
              </a:gs>
            </a:gsLst>
            <a:lin ang="0" scaled="0"/>
          </a:gradFill>
          <a:ln w="762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>
              <a:solidFill>
                <a:schemeClr val="dk1"/>
              </a:solidFill>
              <a:sym typeface="+mn-ea"/>
            </a:endParaRPr>
          </a:p>
        </p:txBody>
      </p:sp>
      <p:sp>
        <p:nvSpPr>
          <p:cNvPr id="7" name="任意多边形: 形状 9"/>
          <p:cNvSpPr/>
          <p:nvPr>
            <p:custDataLst>
              <p:tags r:id="rId3"/>
            </p:custDataLst>
          </p:nvPr>
        </p:nvSpPr>
        <p:spPr>
          <a:xfrm>
            <a:off x="8472492" y="5157522"/>
            <a:ext cx="354856" cy="930769"/>
          </a:xfrm>
          <a:custGeom>
            <a:avLst/>
            <a:gdLst>
              <a:gd name="connsiteX0" fmla="*/ 348615 w 348615"/>
              <a:gd name="connsiteY0" fmla="*/ 0 h 914628"/>
              <a:gd name="connsiteX1" fmla="*/ 348615 w 348615"/>
              <a:gd name="connsiteY1" fmla="*/ 266395 h 914628"/>
              <a:gd name="connsiteX2" fmla="*/ 0 w 348615"/>
              <a:gd name="connsiteY2" fmla="*/ 914628 h 914628"/>
              <a:gd name="connsiteX3" fmla="*/ 0 w 348615"/>
              <a:gd name="connsiteY3" fmla="*/ 545516 h 914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8615" h="914628">
                <a:moveTo>
                  <a:pt x="348615" y="0"/>
                </a:moveTo>
                <a:lnTo>
                  <a:pt x="348615" y="266395"/>
                </a:lnTo>
                <a:lnTo>
                  <a:pt x="0" y="914628"/>
                </a:lnTo>
                <a:lnTo>
                  <a:pt x="0" y="545516"/>
                </a:lnTo>
                <a:close/>
              </a:path>
            </a:pathLst>
          </a:custGeom>
          <a:gradFill>
            <a:gsLst>
              <a:gs pos="1000">
                <a:schemeClr val="accent1">
                  <a:lumMod val="0"/>
                  <a:lumOff val="100000"/>
                  <a:alpha val="100000"/>
                </a:schemeClr>
              </a:gs>
              <a:gs pos="100000">
                <a:schemeClr val="accent1">
                  <a:lumMod val="50000"/>
                  <a:lumOff val="50000"/>
                  <a:alpha val="100000"/>
                </a:schemeClr>
              </a:gs>
            </a:gsLst>
            <a:lin ang="0" scaled="0"/>
          </a:gradFill>
          <a:ln w="762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>
              <a:solidFill>
                <a:schemeClr val="dk1"/>
              </a:solidFill>
              <a:sym typeface="+mn-ea"/>
            </a:endParaRPr>
          </a:p>
        </p:txBody>
      </p:sp>
      <p:sp>
        <p:nvSpPr>
          <p:cNvPr id="8" name="任意多边形: 形状 10"/>
          <p:cNvSpPr/>
          <p:nvPr>
            <p:custDataLst>
              <p:tags r:id="rId4"/>
            </p:custDataLst>
          </p:nvPr>
        </p:nvSpPr>
        <p:spPr>
          <a:xfrm>
            <a:off x="10727022" y="5157522"/>
            <a:ext cx="354856" cy="930769"/>
          </a:xfrm>
          <a:custGeom>
            <a:avLst/>
            <a:gdLst>
              <a:gd name="connsiteX0" fmla="*/ 0 w 348538"/>
              <a:gd name="connsiteY0" fmla="*/ 0 h 914628"/>
              <a:gd name="connsiteX1" fmla="*/ 0 w 348538"/>
              <a:gd name="connsiteY1" fmla="*/ 266395 h 914628"/>
              <a:gd name="connsiteX2" fmla="*/ 348539 w 348538"/>
              <a:gd name="connsiteY2" fmla="*/ 914628 h 914628"/>
              <a:gd name="connsiteX3" fmla="*/ 348539 w 348538"/>
              <a:gd name="connsiteY3" fmla="*/ 545516 h 914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8538" h="914628">
                <a:moveTo>
                  <a:pt x="0" y="0"/>
                </a:moveTo>
                <a:lnTo>
                  <a:pt x="0" y="266395"/>
                </a:lnTo>
                <a:lnTo>
                  <a:pt x="348539" y="914628"/>
                </a:lnTo>
                <a:lnTo>
                  <a:pt x="348539" y="545516"/>
                </a:lnTo>
                <a:close/>
              </a:path>
            </a:pathLst>
          </a:custGeom>
          <a:gradFill>
            <a:gsLst>
              <a:gs pos="1000">
                <a:schemeClr val="accent1">
                  <a:lumMod val="0"/>
                  <a:lumOff val="100000"/>
                  <a:alpha val="100000"/>
                </a:schemeClr>
              </a:gs>
              <a:gs pos="100000">
                <a:schemeClr val="accent1">
                  <a:lumMod val="50000"/>
                  <a:lumOff val="50000"/>
                  <a:alpha val="100000"/>
                </a:schemeClr>
              </a:gs>
            </a:gsLst>
            <a:lin ang="0" scaled="0"/>
          </a:gradFill>
          <a:ln w="762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>
              <a:solidFill>
                <a:schemeClr val="dk1"/>
              </a:solidFill>
              <a:sym typeface="+mn-ea"/>
            </a:endParaRPr>
          </a:p>
        </p:txBody>
      </p:sp>
      <p:sp>
        <p:nvSpPr>
          <p:cNvPr id="9" name="任意多边形: 形状 11"/>
          <p:cNvSpPr/>
          <p:nvPr>
            <p:custDataLst>
              <p:tags r:id="rId5"/>
            </p:custDataLst>
          </p:nvPr>
        </p:nvSpPr>
        <p:spPr>
          <a:xfrm>
            <a:off x="8472492" y="5712752"/>
            <a:ext cx="2610032" cy="375540"/>
          </a:xfrm>
          <a:custGeom>
            <a:avLst/>
            <a:gdLst>
              <a:gd name="connsiteX0" fmla="*/ 0 w 2563825"/>
              <a:gd name="connsiteY0" fmla="*/ 0 h 369112"/>
              <a:gd name="connsiteX1" fmla="*/ 2563825 w 2563825"/>
              <a:gd name="connsiteY1" fmla="*/ 0 h 369112"/>
              <a:gd name="connsiteX2" fmla="*/ 2563825 w 2563825"/>
              <a:gd name="connsiteY2" fmla="*/ 369113 h 369112"/>
              <a:gd name="connsiteX3" fmla="*/ 0 w 2563825"/>
              <a:gd name="connsiteY3" fmla="*/ 369113 h 3691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3825" h="369112">
                <a:moveTo>
                  <a:pt x="0" y="0"/>
                </a:moveTo>
                <a:lnTo>
                  <a:pt x="2563825" y="0"/>
                </a:lnTo>
                <a:lnTo>
                  <a:pt x="2563825" y="369113"/>
                </a:lnTo>
                <a:lnTo>
                  <a:pt x="0" y="369113"/>
                </a:lnTo>
                <a:close/>
              </a:path>
            </a:pathLst>
          </a:custGeom>
          <a:gradFill>
            <a:gsLst>
              <a:gs pos="1000">
                <a:schemeClr val="accent1">
                  <a:lumMod val="0"/>
                  <a:lumOff val="100000"/>
                  <a:alpha val="100000"/>
                </a:schemeClr>
              </a:gs>
              <a:gs pos="100000">
                <a:schemeClr val="accent1">
                  <a:lumMod val="50000"/>
                  <a:lumOff val="50000"/>
                  <a:alpha val="100000"/>
                </a:schemeClr>
              </a:gs>
            </a:gsLst>
            <a:lin ang="0" scaled="0"/>
          </a:gradFill>
          <a:ln w="762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>
              <a:solidFill>
                <a:schemeClr val="dk1"/>
              </a:solidFill>
              <a:sym typeface="+mn-ea"/>
            </a:endParaRPr>
          </a:p>
        </p:txBody>
      </p:sp>
      <p:sp>
        <p:nvSpPr>
          <p:cNvPr id="10" name="任意多边形: 形状 12"/>
          <p:cNvSpPr/>
          <p:nvPr>
            <p:custDataLst>
              <p:tags r:id="rId6"/>
            </p:custDataLst>
          </p:nvPr>
        </p:nvSpPr>
        <p:spPr>
          <a:xfrm>
            <a:off x="8472492" y="5083190"/>
            <a:ext cx="458921" cy="629562"/>
          </a:xfrm>
          <a:custGeom>
            <a:avLst/>
            <a:gdLst>
              <a:gd name="connsiteX0" fmla="*/ 0 w 450570"/>
              <a:gd name="connsiteY0" fmla="*/ 618439 h 618438"/>
              <a:gd name="connsiteX1" fmla="*/ 348615 w 450570"/>
              <a:gd name="connsiteY1" fmla="*/ 72923 h 618438"/>
              <a:gd name="connsiteX2" fmla="*/ 450571 w 450570"/>
              <a:gd name="connsiteY2" fmla="*/ 0 h 618438"/>
              <a:gd name="connsiteX3" fmla="*/ 199949 w 450570"/>
              <a:gd name="connsiteY3" fmla="*/ 435635 h 6184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0570" h="618438">
                <a:moveTo>
                  <a:pt x="0" y="618439"/>
                </a:moveTo>
                <a:lnTo>
                  <a:pt x="348615" y="72923"/>
                </a:lnTo>
                <a:lnTo>
                  <a:pt x="450571" y="0"/>
                </a:lnTo>
                <a:lnTo>
                  <a:pt x="199949" y="435635"/>
                </a:lnTo>
                <a:close/>
              </a:path>
            </a:pathLst>
          </a:custGeom>
          <a:gradFill>
            <a:gsLst>
              <a:gs pos="1000">
                <a:schemeClr val="accent1">
                  <a:lumMod val="0"/>
                  <a:lumOff val="100000"/>
                  <a:alpha val="100000"/>
                </a:schemeClr>
              </a:gs>
              <a:gs pos="100000">
                <a:schemeClr val="accent1">
                  <a:lumMod val="50000"/>
                  <a:lumOff val="50000"/>
                  <a:alpha val="100000"/>
                </a:schemeClr>
              </a:gs>
            </a:gsLst>
            <a:lin ang="0" scaled="0"/>
          </a:gradFill>
          <a:ln w="762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>
              <a:solidFill>
                <a:schemeClr val="dk1"/>
              </a:solidFill>
              <a:sym typeface="+mn-ea"/>
            </a:endParaRPr>
          </a:p>
        </p:txBody>
      </p:sp>
      <p:sp>
        <p:nvSpPr>
          <p:cNvPr id="11" name="任意多边形: 形状 13"/>
          <p:cNvSpPr/>
          <p:nvPr>
            <p:custDataLst>
              <p:tags r:id="rId7"/>
            </p:custDataLst>
          </p:nvPr>
        </p:nvSpPr>
        <p:spPr>
          <a:xfrm>
            <a:off x="10623604" y="5083190"/>
            <a:ext cx="458921" cy="629562"/>
          </a:xfrm>
          <a:custGeom>
            <a:avLst/>
            <a:gdLst>
              <a:gd name="connsiteX0" fmla="*/ 450571 w 450570"/>
              <a:gd name="connsiteY0" fmla="*/ 618439 h 618438"/>
              <a:gd name="connsiteX1" fmla="*/ 102032 w 450570"/>
              <a:gd name="connsiteY1" fmla="*/ 72923 h 618438"/>
              <a:gd name="connsiteX2" fmla="*/ 0 w 450570"/>
              <a:gd name="connsiteY2" fmla="*/ 0 h 618438"/>
              <a:gd name="connsiteX3" fmla="*/ 250622 w 450570"/>
              <a:gd name="connsiteY3" fmla="*/ 435635 h 6184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0570" h="618438">
                <a:moveTo>
                  <a:pt x="450571" y="618439"/>
                </a:moveTo>
                <a:lnTo>
                  <a:pt x="102032" y="72923"/>
                </a:lnTo>
                <a:lnTo>
                  <a:pt x="0" y="0"/>
                </a:lnTo>
                <a:lnTo>
                  <a:pt x="250622" y="435635"/>
                </a:lnTo>
                <a:close/>
              </a:path>
            </a:pathLst>
          </a:custGeom>
          <a:gradFill>
            <a:gsLst>
              <a:gs pos="1000">
                <a:schemeClr val="accent1">
                  <a:lumMod val="0"/>
                  <a:lumOff val="100000"/>
                  <a:alpha val="100000"/>
                </a:schemeClr>
              </a:gs>
              <a:gs pos="100000">
                <a:schemeClr val="accent1">
                  <a:lumMod val="50000"/>
                  <a:lumOff val="50000"/>
                  <a:alpha val="100000"/>
                </a:schemeClr>
              </a:gs>
            </a:gsLst>
            <a:lin ang="0" scaled="0"/>
          </a:gradFill>
          <a:ln w="762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>
              <a:solidFill>
                <a:schemeClr val="dk1"/>
              </a:solidFill>
              <a:sym typeface="+mn-ea"/>
            </a:endParaRPr>
          </a:p>
        </p:txBody>
      </p:sp>
      <p:sp>
        <p:nvSpPr>
          <p:cNvPr id="12" name="任意多边形: 形状 14"/>
          <p:cNvSpPr/>
          <p:nvPr>
            <p:custDataLst>
              <p:tags r:id="rId8"/>
            </p:custDataLst>
          </p:nvPr>
        </p:nvSpPr>
        <p:spPr>
          <a:xfrm>
            <a:off x="8472492" y="5526598"/>
            <a:ext cx="2610032" cy="186154"/>
          </a:xfrm>
          <a:custGeom>
            <a:avLst/>
            <a:gdLst>
              <a:gd name="connsiteX0" fmla="*/ 199949 w 2563825"/>
              <a:gd name="connsiteY0" fmla="*/ 0 h 182803"/>
              <a:gd name="connsiteX1" fmla="*/ 0 w 2563825"/>
              <a:gd name="connsiteY1" fmla="*/ 182804 h 182803"/>
              <a:gd name="connsiteX2" fmla="*/ 2563825 w 2563825"/>
              <a:gd name="connsiteY2" fmla="*/ 182804 h 182803"/>
              <a:gd name="connsiteX3" fmla="*/ 2363877 w 2563825"/>
              <a:gd name="connsiteY3" fmla="*/ 0 h 182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3825" h="182803">
                <a:moveTo>
                  <a:pt x="199949" y="0"/>
                </a:moveTo>
                <a:lnTo>
                  <a:pt x="0" y="182804"/>
                </a:lnTo>
                <a:lnTo>
                  <a:pt x="2563825" y="182804"/>
                </a:lnTo>
                <a:lnTo>
                  <a:pt x="2363877" y="0"/>
                </a:lnTo>
                <a:close/>
              </a:path>
            </a:pathLst>
          </a:custGeom>
          <a:gradFill>
            <a:gsLst>
              <a:gs pos="1000">
                <a:schemeClr val="accent1">
                  <a:lumMod val="0"/>
                  <a:lumOff val="100000"/>
                  <a:alpha val="100000"/>
                </a:schemeClr>
              </a:gs>
              <a:gs pos="100000">
                <a:schemeClr val="accent1">
                  <a:lumMod val="50000"/>
                  <a:lumOff val="50000"/>
                  <a:alpha val="100000"/>
                </a:schemeClr>
              </a:gs>
            </a:gsLst>
            <a:lin ang="0" scaled="0"/>
          </a:gradFill>
          <a:ln w="762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>
              <a:solidFill>
                <a:schemeClr val="dk1"/>
              </a:solidFill>
              <a:sym typeface="+mn-ea"/>
            </a:endParaRPr>
          </a:p>
        </p:txBody>
      </p:sp>
      <p:sp>
        <p:nvSpPr>
          <p:cNvPr id="13" name="任意多边形: 形状 15"/>
          <p:cNvSpPr/>
          <p:nvPr>
            <p:custDataLst>
              <p:tags r:id="rId9"/>
            </p:custDataLst>
          </p:nvPr>
        </p:nvSpPr>
        <p:spPr>
          <a:xfrm>
            <a:off x="8676098" y="5083190"/>
            <a:ext cx="2202821" cy="443408"/>
          </a:xfrm>
          <a:custGeom>
            <a:avLst/>
            <a:gdLst>
              <a:gd name="connsiteX0" fmla="*/ 0 w 2163927"/>
              <a:gd name="connsiteY0" fmla="*/ 435635 h 435635"/>
              <a:gd name="connsiteX1" fmla="*/ 250622 w 2163927"/>
              <a:gd name="connsiteY1" fmla="*/ 0 h 435635"/>
              <a:gd name="connsiteX2" fmla="*/ 1913306 w 2163927"/>
              <a:gd name="connsiteY2" fmla="*/ 0 h 435635"/>
              <a:gd name="connsiteX3" fmla="*/ 2163928 w 2163927"/>
              <a:gd name="connsiteY3" fmla="*/ 435635 h 4356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3927" h="435635">
                <a:moveTo>
                  <a:pt x="0" y="435635"/>
                </a:moveTo>
                <a:lnTo>
                  <a:pt x="250622" y="0"/>
                </a:lnTo>
                <a:lnTo>
                  <a:pt x="1913306" y="0"/>
                </a:lnTo>
                <a:lnTo>
                  <a:pt x="2163928" y="435635"/>
                </a:lnTo>
                <a:close/>
              </a:path>
            </a:pathLst>
          </a:custGeom>
          <a:gradFill>
            <a:gsLst>
              <a:gs pos="1000">
                <a:schemeClr val="accent1">
                  <a:lumMod val="0"/>
                  <a:lumOff val="100000"/>
                  <a:alpha val="100000"/>
                </a:schemeClr>
              </a:gs>
              <a:gs pos="100000">
                <a:schemeClr val="accent1">
                  <a:lumMod val="50000"/>
                  <a:lumOff val="50000"/>
                  <a:alpha val="100000"/>
                </a:schemeClr>
              </a:gs>
            </a:gsLst>
            <a:lin ang="0" scaled="0"/>
          </a:gradFill>
          <a:ln w="762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>
              <a:solidFill>
                <a:schemeClr val="dk1"/>
              </a:solidFill>
              <a:sym typeface="+mn-ea"/>
            </a:endParaRPr>
          </a:p>
        </p:txBody>
      </p:sp>
      <p:sp>
        <p:nvSpPr>
          <p:cNvPr id="14" name="任意多边形: 形状 17"/>
          <p:cNvSpPr/>
          <p:nvPr>
            <p:custDataLst>
              <p:tags r:id="rId10"/>
            </p:custDataLst>
          </p:nvPr>
        </p:nvSpPr>
        <p:spPr>
          <a:xfrm>
            <a:off x="8618571" y="2213964"/>
            <a:ext cx="2250005" cy="3216971"/>
          </a:xfrm>
          <a:custGeom>
            <a:avLst/>
            <a:gdLst>
              <a:gd name="connsiteX0" fmla="*/ 1596771 w 2210257"/>
              <a:gd name="connsiteY0" fmla="*/ 3160624 h 3160623"/>
              <a:gd name="connsiteX1" fmla="*/ 1222400 w 2210257"/>
              <a:gd name="connsiteY1" fmla="*/ 3160624 h 3160623"/>
              <a:gd name="connsiteX2" fmla="*/ 0 w 2210257"/>
              <a:gd name="connsiteY2" fmla="*/ 2294535 h 3160623"/>
              <a:gd name="connsiteX3" fmla="*/ 135331 w 2210257"/>
              <a:gd name="connsiteY3" fmla="*/ 787984 h 3160623"/>
              <a:gd name="connsiteX4" fmla="*/ 983361 w 2210257"/>
              <a:gd name="connsiteY4" fmla="*/ 0 h 3160623"/>
              <a:gd name="connsiteX5" fmla="*/ 2210257 w 2210257"/>
              <a:gd name="connsiteY5" fmla="*/ 1284122 h 31606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10257" h="3160623">
                <a:moveTo>
                  <a:pt x="1596771" y="3160624"/>
                </a:moveTo>
                <a:lnTo>
                  <a:pt x="1222400" y="3160624"/>
                </a:lnTo>
                <a:lnTo>
                  <a:pt x="0" y="2294535"/>
                </a:lnTo>
                <a:lnTo>
                  <a:pt x="135331" y="787984"/>
                </a:lnTo>
                <a:lnTo>
                  <a:pt x="983361" y="0"/>
                </a:lnTo>
                <a:lnTo>
                  <a:pt x="2210257" y="1284122"/>
                </a:lnTo>
                <a:close/>
              </a:path>
            </a:pathLst>
          </a:custGeom>
          <a:gradFill>
            <a:gsLst>
              <a:gs pos="1000">
                <a:schemeClr val="accent1">
                  <a:lumMod val="0"/>
                  <a:lumOff val="100000"/>
                  <a:alpha val="100000"/>
                </a:schemeClr>
              </a:gs>
              <a:gs pos="100000">
                <a:schemeClr val="accent1">
                  <a:lumMod val="50000"/>
                  <a:lumOff val="50000"/>
                  <a:alpha val="100000"/>
                </a:schemeClr>
              </a:gs>
            </a:gsLst>
            <a:lin ang="0" scaled="0"/>
          </a:gradFill>
          <a:ln w="762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schemeClr val="dk1"/>
              </a:solidFill>
            </a:endParaRPr>
          </a:p>
        </p:txBody>
      </p:sp>
      <p:sp>
        <p:nvSpPr>
          <p:cNvPr id="16" name="任意多边形: 形状 20"/>
          <p:cNvSpPr/>
          <p:nvPr>
            <p:custDataLst>
              <p:tags r:id="rId11"/>
            </p:custDataLst>
          </p:nvPr>
        </p:nvSpPr>
        <p:spPr>
          <a:xfrm>
            <a:off x="8756248" y="1968991"/>
            <a:ext cx="624391" cy="1705118"/>
          </a:xfrm>
          <a:custGeom>
            <a:avLst/>
            <a:gdLst>
              <a:gd name="connsiteX0" fmla="*/ 613410 w 613410"/>
              <a:gd name="connsiteY0" fmla="*/ 0 h 1674952"/>
              <a:gd name="connsiteX1" fmla="*/ 0 w 613410"/>
              <a:gd name="connsiteY1" fmla="*/ 1028471 h 1674952"/>
              <a:gd name="connsiteX2" fmla="*/ 118720 w 613410"/>
              <a:gd name="connsiteY2" fmla="*/ 1674952 h 1674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13410" h="1674952">
                <a:moveTo>
                  <a:pt x="613410" y="0"/>
                </a:moveTo>
                <a:lnTo>
                  <a:pt x="0" y="1028471"/>
                </a:lnTo>
                <a:lnTo>
                  <a:pt x="118720" y="1674952"/>
                </a:lnTo>
                <a:close/>
              </a:path>
            </a:pathLst>
          </a:custGeom>
          <a:gradFill>
            <a:gsLst>
              <a:gs pos="1000">
                <a:schemeClr val="accent1">
                  <a:lumMod val="0"/>
                  <a:lumOff val="100000"/>
                  <a:alpha val="100000"/>
                </a:schemeClr>
              </a:gs>
              <a:gs pos="100000">
                <a:schemeClr val="accent1">
                  <a:lumMod val="50000"/>
                  <a:lumOff val="50000"/>
                  <a:alpha val="100000"/>
                </a:schemeClr>
              </a:gs>
            </a:gsLst>
            <a:lin ang="0" scaled="0"/>
          </a:gradFill>
          <a:ln w="762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schemeClr val="dk1"/>
              </a:solidFill>
            </a:endParaRPr>
          </a:p>
        </p:txBody>
      </p:sp>
      <p:sp>
        <p:nvSpPr>
          <p:cNvPr id="17" name="任意多边形: 形状 21"/>
          <p:cNvSpPr/>
          <p:nvPr>
            <p:custDataLst>
              <p:tags r:id="rId12"/>
            </p:custDataLst>
          </p:nvPr>
        </p:nvSpPr>
        <p:spPr>
          <a:xfrm>
            <a:off x="8618571" y="3674108"/>
            <a:ext cx="569450" cy="1692837"/>
          </a:xfrm>
          <a:custGeom>
            <a:avLst/>
            <a:gdLst>
              <a:gd name="connsiteX0" fmla="*/ 0 w 559308"/>
              <a:gd name="connsiteY0" fmla="*/ 860070 h 1662988"/>
              <a:gd name="connsiteX1" fmla="*/ 559308 w 559308"/>
              <a:gd name="connsiteY1" fmla="*/ 1662989 h 1662988"/>
              <a:gd name="connsiteX2" fmla="*/ 254051 w 559308"/>
              <a:gd name="connsiteY2" fmla="*/ 0 h 16629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59308" h="1662988">
                <a:moveTo>
                  <a:pt x="0" y="860070"/>
                </a:moveTo>
                <a:lnTo>
                  <a:pt x="559308" y="1662989"/>
                </a:lnTo>
                <a:lnTo>
                  <a:pt x="254051" y="0"/>
                </a:lnTo>
                <a:close/>
              </a:path>
            </a:pathLst>
          </a:custGeom>
          <a:gradFill>
            <a:gsLst>
              <a:gs pos="1000">
                <a:schemeClr val="accent1">
                  <a:lumMod val="0"/>
                  <a:lumOff val="100000"/>
                  <a:alpha val="100000"/>
                </a:schemeClr>
              </a:gs>
              <a:gs pos="100000">
                <a:schemeClr val="accent1">
                  <a:lumMod val="50000"/>
                  <a:lumOff val="50000"/>
                  <a:alpha val="100000"/>
                </a:schemeClr>
              </a:gs>
            </a:gsLst>
            <a:lin ang="0" scaled="0"/>
          </a:gradFill>
          <a:ln w="762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schemeClr val="dk1"/>
              </a:solidFill>
            </a:endParaRPr>
          </a:p>
        </p:txBody>
      </p:sp>
      <p:sp>
        <p:nvSpPr>
          <p:cNvPr id="18" name="任意多边形: 形状 22"/>
          <p:cNvSpPr/>
          <p:nvPr>
            <p:custDataLst>
              <p:tags r:id="rId13"/>
            </p:custDataLst>
          </p:nvPr>
        </p:nvSpPr>
        <p:spPr>
          <a:xfrm>
            <a:off x="8618571" y="3016106"/>
            <a:ext cx="258547" cy="1533830"/>
          </a:xfrm>
          <a:custGeom>
            <a:avLst/>
            <a:gdLst>
              <a:gd name="connsiteX0" fmla="*/ 135331 w 254051"/>
              <a:gd name="connsiteY0" fmla="*/ 0 h 1506550"/>
              <a:gd name="connsiteX1" fmla="*/ 0 w 254051"/>
              <a:gd name="connsiteY1" fmla="*/ 1506550 h 1506550"/>
              <a:gd name="connsiteX2" fmla="*/ 254051 w 254051"/>
              <a:gd name="connsiteY2" fmla="*/ 646481 h 1506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4051" h="1506550">
                <a:moveTo>
                  <a:pt x="135331" y="0"/>
                </a:moveTo>
                <a:lnTo>
                  <a:pt x="0" y="1506550"/>
                </a:lnTo>
                <a:lnTo>
                  <a:pt x="254051" y="646481"/>
                </a:lnTo>
                <a:close/>
              </a:path>
            </a:pathLst>
          </a:custGeom>
          <a:gradFill>
            <a:gsLst>
              <a:gs pos="1000">
                <a:schemeClr val="accent1">
                  <a:lumMod val="0"/>
                  <a:lumOff val="100000"/>
                  <a:alpha val="100000"/>
                </a:schemeClr>
              </a:gs>
              <a:gs pos="100000">
                <a:schemeClr val="accent1">
                  <a:lumMod val="50000"/>
                  <a:lumOff val="50000"/>
                  <a:alpha val="100000"/>
                </a:schemeClr>
              </a:gs>
            </a:gsLst>
            <a:lin ang="0" scaled="0"/>
          </a:gradFill>
          <a:ln w="762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schemeClr val="dk1"/>
              </a:solidFill>
            </a:endParaRPr>
          </a:p>
        </p:txBody>
      </p:sp>
      <p:sp>
        <p:nvSpPr>
          <p:cNvPr id="19" name="任意多边形: 形状 23"/>
          <p:cNvSpPr/>
          <p:nvPr>
            <p:custDataLst>
              <p:tags r:id="rId14"/>
            </p:custDataLst>
          </p:nvPr>
        </p:nvSpPr>
        <p:spPr>
          <a:xfrm>
            <a:off x="8618571" y="3016106"/>
            <a:ext cx="258547" cy="1533830"/>
          </a:xfrm>
          <a:custGeom>
            <a:avLst/>
            <a:gdLst>
              <a:gd name="connsiteX0" fmla="*/ 135331 w 254051"/>
              <a:gd name="connsiteY0" fmla="*/ 0 h 1506550"/>
              <a:gd name="connsiteX1" fmla="*/ 0 w 254051"/>
              <a:gd name="connsiteY1" fmla="*/ 1506550 h 1506550"/>
              <a:gd name="connsiteX2" fmla="*/ 254051 w 254051"/>
              <a:gd name="connsiteY2" fmla="*/ 646481 h 1506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4051" h="1506550">
                <a:moveTo>
                  <a:pt x="135331" y="0"/>
                </a:moveTo>
                <a:lnTo>
                  <a:pt x="0" y="1506550"/>
                </a:lnTo>
                <a:lnTo>
                  <a:pt x="254051" y="646481"/>
                </a:lnTo>
                <a:close/>
              </a:path>
            </a:pathLst>
          </a:custGeom>
          <a:gradFill>
            <a:gsLst>
              <a:gs pos="1000">
                <a:schemeClr val="accent1">
                  <a:lumMod val="0"/>
                  <a:lumOff val="100000"/>
                  <a:alpha val="100000"/>
                </a:schemeClr>
              </a:gs>
              <a:gs pos="100000">
                <a:schemeClr val="accent1">
                  <a:lumMod val="50000"/>
                  <a:lumOff val="50000"/>
                  <a:alpha val="100000"/>
                </a:schemeClr>
              </a:gs>
            </a:gsLst>
            <a:lin ang="0" scaled="0"/>
          </a:gradFill>
          <a:ln w="762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schemeClr val="dk1"/>
              </a:solidFill>
            </a:endParaRPr>
          </a:p>
        </p:txBody>
      </p:sp>
      <p:sp>
        <p:nvSpPr>
          <p:cNvPr id="29" name="任意多边形: 形状 24"/>
          <p:cNvSpPr/>
          <p:nvPr>
            <p:custDataLst>
              <p:tags r:id="rId15"/>
            </p:custDataLst>
          </p:nvPr>
        </p:nvSpPr>
        <p:spPr>
          <a:xfrm>
            <a:off x="9862829" y="3800796"/>
            <a:ext cx="1326993" cy="1630139"/>
          </a:xfrm>
          <a:custGeom>
            <a:avLst/>
            <a:gdLst>
              <a:gd name="connsiteX0" fmla="*/ 1303630 w 1303629"/>
              <a:gd name="connsiteY0" fmla="*/ 0 h 1601342"/>
              <a:gd name="connsiteX1" fmla="*/ 0 w 1303629"/>
              <a:gd name="connsiteY1" fmla="*/ 1601343 h 1601342"/>
              <a:gd name="connsiteX2" fmla="*/ 374371 w 1303629"/>
              <a:gd name="connsiteY2" fmla="*/ 1601343 h 16013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03629" h="1601342">
                <a:moveTo>
                  <a:pt x="1303630" y="0"/>
                </a:moveTo>
                <a:lnTo>
                  <a:pt x="0" y="1601343"/>
                </a:lnTo>
                <a:lnTo>
                  <a:pt x="374371" y="1601343"/>
                </a:lnTo>
                <a:close/>
              </a:path>
            </a:pathLst>
          </a:custGeom>
          <a:gradFill>
            <a:gsLst>
              <a:gs pos="1000">
                <a:schemeClr val="accent1">
                  <a:lumMod val="0"/>
                  <a:lumOff val="100000"/>
                  <a:alpha val="100000"/>
                </a:schemeClr>
              </a:gs>
              <a:gs pos="100000">
                <a:schemeClr val="accent1">
                  <a:lumMod val="50000"/>
                  <a:lumOff val="50000"/>
                  <a:alpha val="100000"/>
                </a:schemeClr>
              </a:gs>
            </a:gsLst>
            <a:lin ang="0" scaled="0"/>
          </a:gradFill>
          <a:ln w="762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schemeClr val="dk1"/>
              </a:solidFill>
            </a:endParaRPr>
          </a:p>
        </p:txBody>
      </p:sp>
      <p:sp>
        <p:nvSpPr>
          <p:cNvPr id="30" name="任意多边形: 形状 26"/>
          <p:cNvSpPr/>
          <p:nvPr>
            <p:custDataLst>
              <p:tags r:id="rId16"/>
            </p:custDataLst>
          </p:nvPr>
        </p:nvSpPr>
        <p:spPr>
          <a:xfrm>
            <a:off x="10244186" y="3520919"/>
            <a:ext cx="945636" cy="1910016"/>
          </a:xfrm>
          <a:custGeom>
            <a:avLst/>
            <a:gdLst>
              <a:gd name="connsiteX0" fmla="*/ 0 w 929259"/>
              <a:gd name="connsiteY0" fmla="*/ 1876501 h 1876501"/>
              <a:gd name="connsiteX1" fmla="*/ 929259 w 929259"/>
              <a:gd name="connsiteY1" fmla="*/ 275158 h 1876501"/>
              <a:gd name="connsiteX2" fmla="*/ 613486 w 929259"/>
              <a:gd name="connsiteY2" fmla="*/ 0 h 18765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29259" h="1876501">
                <a:moveTo>
                  <a:pt x="0" y="1876501"/>
                </a:moveTo>
                <a:lnTo>
                  <a:pt x="929259" y="275158"/>
                </a:lnTo>
                <a:lnTo>
                  <a:pt x="613486" y="0"/>
                </a:lnTo>
                <a:close/>
              </a:path>
            </a:pathLst>
          </a:custGeom>
          <a:gradFill>
            <a:gsLst>
              <a:gs pos="1000">
                <a:schemeClr val="accent1">
                  <a:lumMod val="0"/>
                  <a:lumOff val="100000"/>
                  <a:alpha val="100000"/>
                </a:schemeClr>
              </a:gs>
              <a:gs pos="100000">
                <a:schemeClr val="accent1">
                  <a:lumMod val="50000"/>
                  <a:lumOff val="50000"/>
                  <a:alpha val="100000"/>
                </a:schemeClr>
              </a:gs>
            </a:gsLst>
            <a:lin ang="0" scaled="0"/>
          </a:gradFill>
          <a:ln w="762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schemeClr val="dk1"/>
              </a:solidFill>
            </a:endParaRPr>
          </a:p>
        </p:txBody>
      </p:sp>
      <p:sp>
        <p:nvSpPr>
          <p:cNvPr id="44" name="任意多边形: 形状 27"/>
          <p:cNvSpPr/>
          <p:nvPr>
            <p:custDataLst>
              <p:tags r:id="rId17"/>
            </p:custDataLst>
          </p:nvPr>
        </p:nvSpPr>
        <p:spPr>
          <a:xfrm>
            <a:off x="9619795" y="1895305"/>
            <a:ext cx="1570027" cy="1905492"/>
          </a:xfrm>
          <a:custGeom>
            <a:avLst/>
            <a:gdLst>
              <a:gd name="connsiteX0" fmla="*/ 0 w 1542669"/>
              <a:gd name="connsiteY0" fmla="*/ 312649 h 1871929"/>
              <a:gd name="connsiteX1" fmla="*/ 460096 w 1542669"/>
              <a:gd name="connsiteY1" fmla="*/ 0 h 1871929"/>
              <a:gd name="connsiteX2" fmla="*/ 1542669 w 1542669"/>
              <a:gd name="connsiteY2" fmla="*/ 1871929 h 1871929"/>
              <a:gd name="connsiteX3" fmla="*/ 1226896 w 1542669"/>
              <a:gd name="connsiteY3" fmla="*/ 1596771 h 1871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42669" h="1871929">
                <a:moveTo>
                  <a:pt x="0" y="312649"/>
                </a:moveTo>
                <a:lnTo>
                  <a:pt x="460096" y="0"/>
                </a:lnTo>
                <a:lnTo>
                  <a:pt x="1542669" y="1871929"/>
                </a:lnTo>
                <a:lnTo>
                  <a:pt x="1226896" y="1596771"/>
                </a:lnTo>
                <a:close/>
              </a:path>
            </a:pathLst>
          </a:custGeom>
          <a:gradFill>
            <a:gsLst>
              <a:gs pos="1000">
                <a:schemeClr val="accent1">
                  <a:lumMod val="0"/>
                  <a:lumOff val="100000"/>
                  <a:alpha val="100000"/>
                </a:schemeClr>
              </a:gs>
              <a:gs pos="100000">
                <a:schemeClr val="accent1">
                  <a:lumMod val="50000"/>
                  <a:lumOff val="50000"/>
                  <a:alpha val="100000"/>
                </a:schemeClr>
              </a:gs>
            </a:gsLst>
            <a:lin ang="0" scaled="0"/>
          </a:gradFill>
          <a:ln w="762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schemeClr val="dk1"/>
              </a:solidFill>
            </a:endParaRPr>
          </a:p>
        </p:txBody>
      </p:sp>
      <p:sp>
        <p:nvSpPr>
          <p:cNvPr id="45" name="任意多边形: 形状 28"/>
          <p:cNvSpPr/>
          <p:nvPr>
            <p:custDataLst>
              <p:tags r:id="rId18"/>
            </p:custDataLst>
          </p:nvPr>
        </p:nvSpPr>
        <p:spPr>
          <a:xfrm>
            <a:off x="8618571" y="4549290"/>
            <a:ext cx="1244258" cy="881645"/>
          </a:xfrm>
          <a:custGeom>
            <a:avLst/>
            <a:gdLst>
              <a:gd name="connsiteX0" fmla="*/ 1222400 w 1222400"/>
              <a:gd name="connsiteY0" fmla="*/ 866089 h 866088"/>
              <a:gd name="connsiteX1" fmla="*/ 559308 w 1222400"/>
              <a:gd name="connsiteY1" fmla="*/ 802919 h 866088"/>
              <a:gd name="connsiteX2" fmla="*/ 0 w 1222400"/>
              <a:gd name="connsiteY2" fmla="*/ 0 h 866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22400" h="866088">
                <a:moveTo>
                  <a:pt x="1222400" y="866089"/>
                </a:moveTo>
                <a:lnTo>
                  <a:pt x="559308" y="80291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1000">
                <a:schemeClr val="accent1">
                  <a:lumMod val="0"/>
                  <a:lumOff val="100000"/>
                  <a:alpha val="100000"/>
                </a:schemeClr>
              </a:gs>
              <a:gs pos="100000">
                <a:schemeClr val="accent1">
                  <a:lumMod val="50000"/>
                  <a:lumOff val="50000"/>
                  <a:alpha val="100000"/>
                </a:schemeClr>
              </a:gs>
            </a:gsLst>
            <a:lin ang="0" scaled="0"/>
          </a:gradFill>
          <a:ln w="762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schemeClr val="dk1"/>
              </a:solidFill>
            </a:endParaRPr>
          </a:p>
        </p:txBody>
      </p:sp>
      <p:sp>
        <p:nvSpPr>
          <p:cNvPr id="46" name="任意多边形: 形状 29"/>
          <p:cNvSpPr/>
          <p:nvPr>
            <p:custDataLst>
              <p:tags r:id="rId19"/>
            </p:custDataLst>
          </p:nvPr>
        </p:nvSpPr>
        <p:spPr>
          <a:xfrm>
            <a:off x="8756894" y="1968991"/>
            <a:ext cx="862901" cy="1047115"/>
          </a:xfrm>
          <a:custGeom>
            <a:avLst/>
            <a:gdLst>
              <a:gd name="connsiteX0" fmla="*/ 848030 w 848029"/>
              <a:gd name="connsiteY0" fmla="*/ 240487 h 1028471"/>
              <a:gd name="connsiteX1" fmla="*/ 613410 w 848029"/>
              <a:gd name="connsiteY1" fmla="*/ 0 h 1028471"/>
              <a:gd name="connsiteX2" fmla="*/ 0 w 848029"/>
              <a:gd name="connsiteY2" fmla="*/ 1028471 h 1028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48029" h="1028471">
                <a:moveTo>
                  <a:pt x="848030" y="240487"/>
                </a:moveTo>
                <a:lnTo>
                  <a:pt x="613410" y="0"/>
                </a:lnTo>
                <a:lnTo>
                  <a:pt x="0" y="1028471"/>
                </a:lnTo>
                <a:close/>
              </a:path>
            </a:pathLst>
          </a:custGeom>
          <a:gradFill>
            <a:gsLst>
              <a:gs pos="1000">
                <a:schemeClr val="accent1">
                  <a:lumMod val="0"/>
                  <a:lumOff val="100000"/>
                  <a:alpha val="100000"/>
                </a:schemeClr>
              </a:gs>
              <a:gs pos="100000">
                <a:schemeClr val="accent1">
                  <a:lumMod val="50000"/>
                  <a:lumOff val="50000"/>
                  <a:alpha val="100000"/>
                </a:schemeClr>
              </a:gs>
            </a:gsLst>
            <a:lin ang="0" scaled="0"/>
          </a:gradFill>
          <a:ln w="762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schemeClr val="dk1"/>
              </a:solidFill>
            </a:endParaRPr>
          </a:p>
        </p:txBody>
      </p:sp>
      <p:sp>
        <p:nvSpPr>
          <p:cNvPr id="47" name="任意多边形: 形状 30"/>
          <p:cNvSpPr/>
          <p:nvPr>
            <p:custDataLst>
              <p:tags r:id="rId20"/>
            </p:custDataLst>
          </p:nvPr>
        </p:nvSpPr>
        <p:spPr>
          <a:xfrm>
            <a:off x="9381285" y="1895305"/>
            <a:ext cx="707126" cy="318013"/>
          </a:xfrm>
          <a:custGeom>
            <a:avLst/>
            <a:gdLst>
              <a:gd name="connsiteX0" fmla="*/ 0 w 694715"/>
              <a:gd name="connsiteY0" fmla="*/ 72161 h 312648"/>
              <a:gd name="connsiteX1" fmla="*/ 694715 w 694715"/>
              <a:gd name="connsiteY1" fmla="*/ 0 h 312648"/>
              <a:gd name="connsiteX2" fmla="*/ 234620 w 694715"/>
              <a:gd name="connsiteY2" fmla="*/ 312649 h 312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94715" h="312648">
                <a:moveTo>
                  <a:pt x="0" y="72161"/>
                </a:moveTo>
                <a:lnTo>
                  <a:pt x="694715" y="0"/>
                </a:lnTo>
                <a:lnTo>
                  <a:pt x="234620" y="312649"/>
                </a:lnTo>
                <a:close/>
              </a:path>
            </a:pathLst>
          </a:custGeom>
          <a:gradFill>
            <a:gsLst>
              <a:gs pos="1000">
                <a:schemeClr val="accent1">
                  <a:lumMod val="0"/>
                  <a:lumOff val="100000"/>
                  <a:alpha val="100000"/>
                </a:schemeClr>
              </a:gs>
              <a:gs pos="100000">
                <a:schemeClr val="accent1">
                  <a:lumMod val="50000"/>
                  <a:lumOff val="50000"/>
                  <a:alpha val="100000"/>
                </a:schemeClr>
              </a:gs>
            </a:gsLst>
            <a:lin ang="0" scaled="0"/>
          </a:gradFill>
          <a:ln w="762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schemeClr val="dk1"/>
              </a:solidFill>
            </a:endParaRPr>
          </a:p>
        </p:txBody>
      </p:sp>
      <p:sp>
        <p:nvSpPr>
          <p:cNvPr id="48" name="文本框 3"/>
          <p:cNvSpPr txBox="1"/>
          <p:nvPr>
            <p:custDataLst>
              <p:tags r:id="rId21"/>
            </p:custDataLst>
          </p:nvPr>
        </p:nvSpPr>
        <p:spPr>
          <a:xfrm>
            <a:off x="1008240" y="1816448"/>
            <a:ext cx="6624621" cy="1099471"/>
          </a:xfrm>
          <a:prstGeom prst="rect">
            <a:avLst/>
          </a:prstGeom>
          <a:noFill/>
        </p:spPr>
        <p:txBody>
          <a:bodyPr wrap="square" lIns="0" tIns="0" rIns="0" bIns="71755" rtlCol="0" anchor="ctr" anchorCtr="0">
            <a:noAutofit/>
          </a:bodyPr>
          <a:lstStyle/>
          <a:p>
            <a:pPr indent="0" fontAlgn="auto">
              <a:lnSpc>
                <a:spcPct val="120000"/>
              </a:lnSpc>
              <a:buFont typeface="Arial" panose="020B0604020202090204" pitchFamily="34" charset="0"/>
              <a:buNone/>
            </a:pPr>
            <a:r>
              <a:rPr lang="zh-CN" altLang="en-US" sz="2400">
                <a:solidFill>
                  <a:schemeClr val="dk1"/>
                </a:solidFill>
                <a:sym typeface="+mn-ea"/>
              </a:rPr>
              <a:t>存在代码及实验报告高度雷同的情况。我们提倡同学们相互交流</a:t>
            </a:r>
            <a:r>
              <a:rPr lang="en-US" altLang="zh-CN" sz="2400">
                <a:solidFill>
                  <a:schemeClr val="dk1"/>
                </a:solidFill>
                <a:sym typeface="+mn-ea"/>
              </a:rPr>
              <a:t>,</a:t>
            </a:r>
            <a:r>
              <a:rPr lang="zh-CN" altLang="en-US" sz="2400">
                <a:solidFill>
                  <a:schemeClr val="dk1"/>
                </a:solidFill>
                <a:sym typeface="+mn-ea"/>
              </a:rPr>
              <a:t>但在交流过后</a:t>
            </a:r>
            <a:r>
              <a:rPr lang="en-US" altLang="zh-CN" sz="2400">
                <a:solidFill>
                  <a:schemeClr val="dk1"/>
                </a:solidFill>
                <a:sym typeface="+mn-ea"/>
              </a:rPr>
              <a:t>,</a:t>
            </a:r>
            <a:r>
              <a:rPr lang="zh-CN" altLang="en-US" sz="2400">
                <a:solidFill>
                  <a:schemeClr val="dk1"/>
                </a:solidFill>
                <a:sym typeface="+mn-ea"/>
              </a:rPr>
              <a:t>应该带上自己的理解进行编码。</a:t>
            </a:r>
            <a:endParaRPr lang="zh-CN" altLang="en-US" sz="2400">
              <a:solidFill>
                <a:schemeClr val="dk1"/>
              </a:solidFill>
              <a:sym typeface="+mn-ea"/>
            </a:endParaRPr>
          </a:p>
        </p:txBody>
      </p:sp>
      <p:cxnSp>
        <p:nvCxnSpPr>
          <p:cNvPr id="49" name="直接连接符 4"/>
          <p:cNvCxnSpPr/>
          <p:nvPr>
            <p:custDataLst>
              <p:tags r:id="rId22"/>
            </p:custDataLst>
          </p:nvPr>
        </p:nvCxnSpPr>
        <p:spPr>
          <a:xfrm>
            <a:off x="1008240" y="3173820"/>
            <a:ext cx="6625914" cy="0"/>
          </a:xfrm>
          <a:prstGeom prst="line">
            <a:avLst/>
          </a:prstGeom>
          <a:ln>
            <a:solidFill>
              <a:schemeClr val="accent2">
                <a:alpha val="3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文本框 7"/>
          <p:cNvSpPr txBox="1"/>
          <p:nvPr>
            <p:custDataLst>
              <p:tags r:id="rId23"/>
            </p:custDataLst>
          </p:nvPr>
        </p:nvSpPr>
        <p:spPr>
          <a:xfrm>
            <a:off x="1008240" y="3534423"/>
            <a:ext cx="6624621" cy="1099471"/>
          </a:xfrm>
          <a:prstGeom prst="rect">
            <a:avLst/>
          </a:prstGeom>
          <a:noFill/>
        </p:spPr>
        <p:txBody>
          <a:bodyPr wrap="square" lIns="0" tIns="0" rIns="0" bIns="71755" rtlCol="0" anchor="ctr" anchorCtr="0">
            <a:noAutofit/>
          </a:bodyPr>
          <a:lstStyle/>
          <a:p>
            <a:pPr lvl="0" algn="l">
              <a:lnSpc>
                <a:spcPct val="120000"/>
              </a:lnSpc>
              <a:buClrTx/>
              <a:buSzTx/>
              <a:buFont typeface="Arial" panose="020B0604020202090204" pitchFamily="34" charset="0"/>
            </a:pPr>
            <a:r>
              <a:rPr lang="zh-CN" altLang="en-US" sz="2400">
                <a:solidFill>
                  <a:schemeClr val="dk1"/>
                </a:solidFill>
                <a:sym typeface="+mn-ea"/>
              </a:rPr>
              <a:t>实验报告希望能够体现探索过程</a:t>
            </a:r>
            <a:r>
              <a:rPr lang="en-US" altLang="zh-CN" sz="2400">
                <a:solidFill>
                  <a:schemeClr val="dk1"/>
                </a:solidFill>
                <a:sym typeface="+mn-ea"/>
              </a:rPr>
              <a:t>,</a:t>
            </a:r>
            <a:r>
              <a:rPr lang="zh-CN" altLang="en-US" sz="2400">
                <a:solidFill>
                  <a:schemeClr val="dk1"/>
                </a:solidFill>
                <a:sym typeface="+mn-ea"/>
              </a:rPr>
              <a:t>而不是简单的截图。实验报告很大程度上体现了用心程度。</a:t>
            </a:r>
            <a:endParaRPr lang="zh-CN" altLang="en-US" sz="2400">
              <a:solidFill>
                <a:schemeClr val="dk1"/>
              </a:solidFill>
              <a:sym typeface="+mn-ea"/>
            </a:endParaRPr>
          </a:p>
        </p:txBody>
      </p:sp>
      <p:sp>
        <p:nvSpPr>
          <p:cNvPr id="53" name="任意多边形: 形状 62"/>
          <p:cNvSpPr/>
          <p:nvPr>
            <p:custDataLst>
              <p:tags r:id="rId24"/>
            </p:custDataLst>
          </p:nvPr>
        </p:nvSpPr>
        <p:spPr>
          <a:xfrm>
            <a:off x="9188021" y="3239103"/>
            <a:ext cx="1177683" cy="1086545"/>
          </a:xfrm>
          <a:custGeom>
            <a:avLst/>
            <a:gdLst>
              <a:gd name="connsiteX0" fmla="*/ 317525 w 455066"/>
              <a:gd name="connsiteY0" fmla="*/ 543077 h 680694"/>
              <a:gd name="connsiteX1" fmla="*/ 320726 w 455066"/>
              <a:gd name="connsiteY1" fmla="*/ 586207 h 680694"/>
              <a:gd name="connsiteX2" fmla="*/ 332080 w 455066"/>
              <a:gd name="connsiteY2" fmla="*/ 609905 h 680694"/>
              <a:gd name="connsiteX3" fmla="*/ 355473 w 455066"/>
              <a:gd name="connsiteY3" fmla="*/ 624231 h 680694"/>
              <a:gd name="connsiteX4" fmla="*/ 393954 w 455066"/>
              <a:gd name="connsiteY4" fmla="*/ 632155 h 680694"/>
              <a:gd name="connsiteX5" fmla="*/ 455066 w 455066"/>
              <a:gd name="connsiteY5" fmla="*/ 635813 h 680694"/>
              <a:gd name="connsiteX6" fmla="*/ 455066 w 455066"/>
              <a:gd name="connsiteY6" fmla="*/ 680695 h 680694"/>
              <a:gd name="connsiteX7" fmla="*/ 29642 w 455066"/>
              <a:gd name="connsiteY7" fmla="*/ 680695 h 680694"/>
              <a:gd name="connsiteX8" fmla="*/ 29642 w 455066"/>
              <a:gd name="connsiteY8" fmla="*/ 635813 h 680694"/>
              <a:gd name="connsiteX9" fmla="*/ 107747 w 455066"/>
              <a:gd name="connsiteY9" fmla="*/ 629183 h 680694"/>
              <a:gd name="connsiteX10" fmla="*/ 143485 w 455066"/>
              <a:gd name="connsiteY10" fmla="*/ 616611 h 680694"/>
              <a:gd name="connsiteX11" fmla="*/ 161468 w 455066"/>
              <a:gd name="connsiteY11" fmla="*/ 592988 h 680694"/>
              <a:gd name="connsiteX12" fmla="*/ 167107 w 455066"/>
              <a:gd name="connsiteY12" fmla="*/ 543230 h 680694"/>
              <a:gd name="connsiteX13" fmla="*/ 167107 w 455066"/>
              <a:gd name="connsiteY13" fmla="*/ 186842 h 680694"/>
              <a:gd name="connsiteX14" fmla="*/ 159487 w 455066"/>
              <a:gd name="connsiteY14" fmla="*/ 157734 h 680694"/>
              <a:gd name="connsiteX15" fmla="*/ 138532 w 455066"/>
              <a:gd name="connsiteY15" fmla="*/ 148895 h 680694"/>
              <a:gd name="connsiteX16" fmla="*/ 103784 w 455066"/>
              <a:gd name="connsiteY16" fmla="*/ 160249 h 680694"/>
              <a:gd name="connsiteX17" fmla="*/ 30099 w 455066"/>
              <a:gd name="connsiteY17" fmla="*/ 206578 h 680694"/>
              <a:gd name="connsiteX18" fmla="*/ 0 w 455066"/>
              <a:gd name="connsiteY18" fmla="*/ 154305 h 680694"/>
              <a:gd name="connsiteX19" fmla="*/ 257328 w 455066"/>
              <a:gd name="connsiteY19" fmla="*/ 0 h 680694"/>
              <a:gd name="connsiteX20" fmla="*/ 320421 w 455066"/>
              <a:gd name="connsiteY20" fmla="*/ 0 h 680694"/>
              <a:gd name="connsiteX21" fmla="*/ 317449 w 455066"/>
              <a:gd name="connsiteY21" fmla="*/ 131140 h 680694"/>
              <a:gd name="connsiteX22" fmla="*/ 317449 w 455066"/>
              <a:gd name="connsiteY22" fmla="*/ 543077 h 680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822" h="1681">
                <a:moveTo>
                  <a:pt x="562" y="1484"/>
                </a:moveTo>
                <a:cubicBezTo>
                  <a:pt x="594" y="1484"/>
                  <a:pt x="612" y="1500"/>
                  <a:pt x="612" y="1500"/>
                </a:cubicBezTo>
                <a:cubicBezTo>
                  <a:pt x="574" y="1608"/>
                  <a:pt x="408" y="1592"/>
                  <a:pt x="408" y="1592"/>
                </a:cubicBezTo>
                <a:cubicBezTo>
                  <a:pt x="473" y="1504"/>
                  <a:pt x="526" y="1484"/>
                  <a:pt x="562" y="1484"/>
                </a:cubicBezTo>
                <a:close/>
                <a:moveTo>
                  <a:pt x="1243" y="1442"/>
                </a:moveTo>
                <a:lnTo>
                  <a:pt x="1245" y="1444"/>
                </a:lnTo>
                <a:cubicBezTo>
                  <a:pt x="1178" y="1495"/>
                  <a:pt x="1116" y="1531"/>
                  <a:pt x="1027" y="1554"/>
                </a:cubicBezTo>
                <a:lnTo>
                  <a:pt x="1026" y="1554"/>
                </a:lnTo>
                <a:lnTo>
                  <a:pt x="1031" y="1555"/>
                </a:lnTo>
                <a:cubicBezTo>
                  <a:pt x="1083" y="1569"/>
                  <a:pt x="1138" y="1597"/>
                  <a:pt x="1174" y="1651"/>
                </a:cubicBezTo>
                <a:lnTo>
                  <a:pt x="1119" y="1651"/>
                </a:lnTo>
                <a:cubicBezTo>
                  <a:pt x="1075" y="1602"/>
                  <a:pt x="997" y="1582"/>
                  <a:pt x="949" y="1573"/>
                </a:cubicBezTo>
                <a:lnTo>
                  <a:pt x="947" y="1573"/>
                </a:lnTo>
                <a:lnTo>
                  <a:pt x="946" y="1574"/>
                </a:lnTo>
                <a:cubicBezTo>
                  <a:pt x="899" y="1588"/>
                  <a:pt x="824" y="1619"/>
                  <a:pt x="788" y="1674"/>
                </a:cubicBezTo>
                <a:lnTo>
                  <a:pt x="733" y="1681"/>
                </a:lnTo>
                <a:cubicBezTo>
                  <a:pt x="761" y="1622"/>
                  <a:pt x="813" y="1587"/>
                  <a:pt x="862" y="1567"/>
                </a:cubicBezTo>
                <a:lnTo>
                  <a:pt x="867" y="1565"/>
                </a:lnTo>
                <a:lnTo>
                  <a:pt x="866" y="1565"/>
                </a:lnTo>
                <a:cubicBezTo>
                  <a:pt x="774" y="1554"/>
                  <a:pt x="708" y="1527"/>
                  <a:pt x="635" y="1485"/>
                </a:cubicBezTo>
                <a:lnTo>
                  <a:pt x="637" y="1483"/>
                </a:lnTo>
                <a:cubicBezTo>
                  <a:pt x="717" y="1528"/>
                  <a:pt x="809" y="1542"/>
                  <a:pt x="906" y="1542"/>
                </a:cubicBezTo>
                <a:cubicBezTo>
                  <a:pt x="906" y="1542"/>
                  <a:pt x="921" y="1541"/>
                  <a:pt x="944" y="1542"/>
                </a:cubicBezTo>
                <a:lnTo>
                  <a:pt x="945" y="1542"/>
                </a:lnTo>
                <a:lnTo>
                  <a:pt x="946" y="1542"/>
                </a:lnTo>
                <a:cubicBezTo>
                  <a:pt x="969" y="1538"/>
                  <a:pt x="984" y="1537"/>
                  <a:pt x="984" y="1537"/>
                </a:cubicBezTo>
                <a:cubicBezTo>
                  <a:pt x="1080" y="1524"/>
                  <a:pt x="1169" y="1497"/>
                  <a:pt x="1243" y="1442"/>
                </a:cubicBezTo>
                <a:close/>
                <a:moveTo>
                  <a:pt x="1335" y="1432"/>
                </a:moveTo>
                <a:cubicBezTo>
                  <a:pt x="1371" y="1432"/>
                  <a:pt x="1422" y="1450"/>
                  <a:pt x="1489" y="1519"/>
                </a:cubicBezTo>
                <a:cubicBezTo>
                  <a:pt x="1489" y="1519"/>
                  <a:pt x="1326" y="1557"/>
                  <a:pt x="1274" y="1455"/>
                </a:cubicBezTo>
                <a:cubicBezTo>
                  <a:pt x="1274" y="1455"/>
                  <a:pt x="1294" y="1432"/>
                  <a:pt x="1335" y="1432"/>
                </a:cubicBezTo>
                <a:close/>
                <a:moveTo>
                  <a:pt x="432" y="1405"/>
                </a:moveTo>
                <a:cubicBezTo>
                  <a:pt x="475" y="1405"/>
                  <a:pt x="499" y="1428"/>
                  <a:pt x="499" y="1428"/>
                </a:cubicBezTo>
                <a:cubicBezTo>
                  <a:pt x="416" y="1528"/>
                  <a:pt x="277" y="1490"/>
                  <a:pt x="277" y="1490"/>
                </a:cubicBezTo>
                <a:cubicBezTo>
                  <a:pt x="341" y="1423"/>
                  <a:pt x="394" y="1405"/>
                  <a:pt x="432" y="1405"/>
                </a:cubicBezTo>
                <a:close/>
                <a:moveTo>
                  <a:pt x="1456" y="1336"/>
                </a:moveTo>
                <a:cubicBezTo>
                  <a:pt x="1493" y="1336"/>
                  <a:pt x="1542" y="1350"/>
                  <a:pt x="1605" y="1400"/>
                </a:cubicBezTo>
                <a:cubicBezTo>
                  <a:pt x="1605" y="1400"/>
                  <a:pt x="1472" y="1456"/>
                  <a:pt x="1377" y="1369"/>
                </a:cubicBezTo>
                <a:cubicBezTo>
                  <a:pt x="1377" y="1369"/>
                  <a:pt x="1403" y="1336"/>
                  <a:pt x="1456" y="1336"/>
                </a:cubicBezTo>
                <a:close/>
                <a:moveTo>
                  <a:pt x="291" y="1311"/>
                </a:moveTo>
                <a:cubicBezTo>
                  <a:pt x="355" y="1311"/>
                  <a:pt x="389" y="1350"/>
                  <a:pt x="389" y="1350"/>
                </a:cubicBezTo>
                <a:cubicBezTo>
                  <a:pt x="285" y="1431"/>
                  <a:pt x="169" y="1354"/>
                  <a:pt x="169" y="1354"/>
                </a:cubicBezTo>
                <a:cubicBezTo>
                  <a:pt x="217" y="1322"/>
                  <a:pt x="258" y="1311"/>
                  <a:pt x="291" y="1311"/>
                </a:cubicBezTo>
                <a:close/>
                <a:moveTo>
                  <a:pt x="519" y="1255"/>
                </a:moveTo>
                <a:cubicBezTo>
                  <a:pt x="519" y="1255"/>
                  <a:pt x="672" y="1301"/>
                  <a:pt x="656" y="1450"/>
                </a:cubicBezTo>
                <a:cubicBezTo>
                  <a:pt x="656" y="1450"/>
                  <a:pt x="546" y="1467"/>
                  <a:pt x="519" y="1255"/>
                </a:cubicBezTo>
                <a:close/>
                <a:moveTo>
                  <a:pt x="1585" y="1223"/>
                </a:moveTo>
                <a:cubicBezTo>
                  <a:pt x="1615" y="1222"/>
                  <a:pt x="1651" y="1230"/>
                  <a:pt x="1694" y="1251"/>
                </a:cubicBezTo>
                <a:cubicBezTo>
                  <a:pt x="1694" y="1251"/>
                  <a:pt x="1589" y="1342"/>
                  <a:pt x="1475" y="1276"/>
                </a:cubicBezTo>
                <a:cubicBezTo>
                  <a:pt x="1475" y="1276"/>
                  <a:pt x="1510" y="1224"/>
                  <a:pt x="1585" y="1223"/>
                </a:cubicBezTo>
                <a:close/>
                <a:moveTo>
                  <a:pt x="1334" y="1200"/>
                </a:moveTo>
                <a:cubicBezTo>
                  <a:pt x="1336" y="1414"/>
                  <a:pt x="1225" y="1411"/>
                  <a:pt x="1225" y="1411"/>
                </a:cubicBezTo>
                <a:cubicBezTo>
                  <a:pt x="1189" y="1266"/>
                  <a:pt x="1334" y="1200"/>
                  <a:pt x="1334" y="1200"/>
                </a:cubicBezTo>
                <a:close/>
                <a:moveTo>
                  <a:pt x="215" y="1198"/>
                </a:moveTo>
                <a:cubicBezTo>
                  <a:pt x="279" y="1200"/>
                  <a:pt x="302" y="1240"/>
                  <a:pt x="302" y="1240"/>
                </a:cubicBezTo>
                <a:cubicBezTo>
                  <a:pt x="180" y="1315"/>
                  <a:pt x="76" y="1238"/>
                  <a:pt x="76" y="1238"/>
                </a:cubicBezTo>
                <a:cubicBezTo>
                  <a:pt x="136" y="1207"/>
                  <a:pt x="181" y="1197"/>
                  <a:pt x="215" y="1198"/>
                </a:cubicBezTo>
                <a:close/>
                <a:moveTo>
                  <a:pt x="404" y="1125"/>
                </a:moveTo>
                <a:cubicBezTo>
                  <a:pt x="404" y="1125"/>
                  <a:pt x="528" y="1240"/>
                  <a:pt x="474" y="1333"/>
                </a:cubicBezTo>
                <a:cubicBezTo>
                  <a:pt x="474" y="1333"/>
                  <a:pt x="369" y="1321"/>
                  <a:pt x="404" y="1125"/>
                </a:cubicBezTo>
                <a:close/>
                <a:moveTo>
                  <a:pt x="1659" y="1101"/>
                </a:moveTo>
                <a:cubicBezTo>
                  <a:pt x="1689" y="1101"/>
                  <a:pt x="1726" y="1108"/>
                  <a:pt x="1772" y="1125"/>
                </a:cubicBezTo>
                <a:cubicBezTo>
                  <a:pt x="1772" y="1125"/>
                  <a:pt x="1679" y="1215"/>
                  <a:pt x="1548" y="1156"/>
                </a:cubicBezTo>
                <a:cubicBezTo>
                  <a:pt x="1548" y="1156"/>
                  <a:pt x="1570" y="1100"/>
                  <a:pt x="1659" y="1101"/>
                </a:cubicBezTo>
                <a:close/>
                <a:moveTo>
                  <a:pt x="92" y="1067"/>
                </a:moveTo>
                <a:cubicBezTo>
                  <a:pt x="202" y="1066"/>
                  <a:pt x="233" y="1125"/>
                  <a:pt x="233" y="1125"/>
                </a:cubicBezTo>
                <a:cubicBezTo>
                  <a:pt x="92" y="1206"/>
                  <a:pt x="3" y="1079"/>
                  <a:pt x="3" y="1079"/>
                </a:cubicBezTo>
                <a:cubicBezTo>
                  <a:pt x="37" y="1071"/>
                  <a:pt x="67" y="1067"/>
                  <a:pt x="92" y="1067"/>
                </a:cubicBezTo>
                <a:close/>
                <a:moveTo>
                  <a:pt x="1430" y="1056"/>
                </a:moveTo>
                <a:cubicBezTo>
                  <a:pt x="1492" y="1246"/>
                  <a:pt x="1389" y="1272"/>
                  <a:pt x="1389" y="1272"/>
                </a:cubicBezTo>
                <a:cubicBezTo>
                  <a:pt x="1322" y="1187"/>
                  <a:pt x="1430" y="1056"/>
                  <a:pt x="1430" y="1056"/>
                </a:cubicBezTo>
                <a:close/>
                <a:moveTo>
                  <a:pt x="342" y="982"/>
                </a:moveTo>
                <a:cubicBezTo>
                  <a:pt x="342" y="982"/>
                  <a:pt x="421" y="1104"/>
                  <a:pt x="330" y="1192"/>
                </a:cubicBezTo>
                <a:cubicBezTo>
                  <a:pt x="330" y="1192"/>
                  <a:pt x="266" y="1122"/>
                  <a:pt x="342" y="982"/>
                </a:cubicBezTo>
                <a:close/>
                <a:moveTo>
                  <a:pt x="1773" y="954"/>
                </a:moveTo>
                <a:cubicBezTo>
                  <a:pt x="1788" y="954"/>
                  <a:pt x="1804" y="955"/>
                  <a:pt x="1822" y="957"/>
                </a:cubicBezTo>
                <a:cubicBezTo>
                  <a:pt x="1822" y="957"/>
                  <a:pt x="1751" y="1095"/>
                  <a:pt x="1600" y="1033"/>
                </a:cubicBezTo>
                <a:cubicBezTo>
                  <a:pt x="1600" y="1033"/>
                  <a:pt x="1629" y="954"/>
                  <a:pt x="1773" y="954"/>
                </a:cubicBezTo>
                <a:close/>
                <a:moveTo>
                  <a:pt x="1472" y="906"/>
                </a:moveTo>
                <a:cubicBezTo>
                  <a:pt x="1566" y="1034"/>
                  <a:pt x="1513" y="1112"/>
                  <a:pt x="1513" y="1112"/>
                </a:cubicBezTo>
                <a:cubicBezTo>
                  <a:pt x="1411" y="1037"/>
                  <a:pt x="1472" y="906"/>
                  <a:pt x="1472" y="906"/>
                </a:cubicBezTo>
                <a:close/>
                <a:moveTo>
                  <a:pt x="0" y="898"/>
                </a:moveTo>
                <a:cubicBezTo>
                  <a:pt x="175" y="916"/>
                  <a:pt x="178" y="1030"/>
                  <a:pt x="178" y="1030"/>
                </a:cubicBezTo>
                <a:cubicBezTo>
                  <a:pt x="30" y="1017"/>
                  <a:pt x="0" y="898"/>
                  <a:pt x="0" y="898"/>
                </a:cubicBezTo>
                <a:close/>
                <a:moveTo>
                  <a:pt x="349" y="841"/>
                </a:moveTo>
                <a:cubicBezTo>
                  <a:pt x="350" y="1011"/>
                  <a:pt x="242" y="1041"/>
                  <a:pt x="242" y="1041"/>
                </a:cubicBezTo>
                <a:cubicBezTo>
                  <a:pt x="202" y="928"/>
                  <a:pt x="349" y="841"/>
                  <a:pt x="349" y="841"/>
                </a:cubicBezTo>
                <a:close/>
                <a:moveTo>
                  <a:pt x="1800" y="777"/>
                </a:moveTo>
                <a:cubicBezTo>
                  <a:pt x="1800" y="777"/>
                  <a:pt x="1787" y="899"/>
                  <a:pt x="1641" y="932"/>
                </a:cubicBezTo>
                <a:cubicBezTo>
                  <a:pt x="1641" y="932"/>
                  <a:pt x="1628" y="818"/>
                  <a:pt x="1800" y="777"/>
                </a:cubicBezTo>
                <a:close/>
                <a:moveTo>
                  <a:pt x="1447" y="767"/>
                </a:moveTo>
                <a:cubicBezTo>
                  <a:pt x="1447" y="767"/>
                  <a:pt x="1605" y="833"/>
                  <a:pt x="1580" y="951"/>
                </a:cubicBezTo>
                <a:cubicBezTo>
                  <a:pt x="1580" y="951"/>
                  <a:pt x="1469" y="936"/>
                  <a:pt x="1447" y="767"/>
                </a:cubicBezTo>
                <a:close/>
                <a:moveTo>
                  <a:pt x="3" y="743"/>
                </a:moveTo>
                <a:cubicBezTo>
                  <a:pt x="148" y="763"/>
                  <a:pt x="145" y="885"/>
                  <a:pt x="145" y="885"/>
                </a:cubicBezTo>
                <a:cubicBezTo>
                  <a:pt x="29" y="873"/>
                  <a:pt x="3" y="743"/>
                  <a:pt x="3" y="743"/>
                </a:cubicBezTo>
                <a:close/>
                <a:moveTo>
                  <a:pt x="301" y="688"/>
                </a:moveTo>
                <a:cubicBezTo>
                  <a:pt x="301" y="688"/>
                  <a:pt x="334" y="803"/>
                  <a:pt x="206" y="872"/>
                </a:cubicBezTo>
                <a:cubicBezTo>
                  <a:pt x="206" y="872"/>
                  <a:pt x="177" y="736"/>
                  <a:pt x="301" y="688"/>
                </a:cubicBezTo>
                <a:close/>
                <a:moveTo>
                  <a:pt x="1776" y="623"/>
                </a:moveTo>
                <a:cubicBezTo>
                  <a:pt x="1776" y="623"/>
                  <a:pt x="1768" y="755"/>
                  <a:pt x="1655" y="783"/>
                </a:cubicBezTo>
                <a:cubicBezTo>
                  <a:pt x="1655" y="783"/>
                  <a:pt x="1636" y="663"/>
                  <a:pt x="1776" y="623"/>
                </a:cubicBezTo>
                <a:close/>
                <a:moveTo>
                  <a:pt x="1474" y="609"/>
                </a:moveTo>
                <a:cubicBezTo>
                  <a:pt x="1604" y="639"/>
                  <a:pt x="1593" y="778"/>
                  <a:pt x="1593" y="778"/>
                </a:cubicBezTo>
                <a:cubicBezTo>
                  <a:pt x="1457" y="727"/>
                  <a:pt x="1474" y="609"/>
                  <a:pt x="1474" y="609"/>
                </a:cubicBezTo>
                <a:close/>
                <a:moveTo>
                  <a:pt x="34" y="601"/>
                </a:moveTo>
                <a:cubicBezTo>
                  <a:pt x="146" y="652"/>
                  <a:pt x="138" y="761"/>
                  <a:pt x="138" y="761"/>
                </a:cubicBezTo>
                <a:cubicBezTo>
                  <a:pt x="14" y="726"/>
                  <a:pt x="34" y="601"/>
                  <a:pt x="34" y="601"/>
                </a:cubicBezTo>
                <a:close/>
                <a:moveTo>
                  <a:pt x="313" y="575"/>
                </a:moveTo>
                <a:cubicBezTo>
                  <a:pt x="313" y="575"/>
                  <a:pt x="288" y="662"/>
                  <a:pt x="208" y="693"/>
                </a:cubicBezTo>
                <a:cubicBezTo>
                  <a:pt x="208" y="693"/>
                  <a:pt x="210" y="603"/>
                  <a:pt x="313" y="575"/>
                </a:cubicBezTo>
                <a:close/>
                <a:moveTo>
                  <a:pt x="1447" y="499"/>
                </a:moveTo>
                <a:cubicBezTo>
                  <a:pt x="1553" y="513"/>
                  <a:pt x="1567" y="602"/>
                  <a:pt x="1567" y="602"/>
                </a:cubicBezTo>
                <a:cubicBezTo>
                  <a:pt x="1483" y="582"/>
                  <a:pt x="1447" y="499"/>
                  <a:pt x="1447" y="499"/>
                </a:cubicBezTo>
                <a:close/>
                <a:moveTo>
                  <a:pt x="1727" y="487"/>
                </a:moveTo>
                <a:cubicBezTo>
                  <a:pt x="1727" y="487"/>
                  <a:pt x="1763" y="608"/>
                  <a:pt x="1645" y="659"/>
                </a:cubicBezTo>
                <a:cubicBezTo>
                  <a:pt x="1645" y="659"/>
                  <a:pt x="1623" y="553"/>
                  <a:pt x="1727" y="487"/>
                </a:cubicBezTo>
                <a:close/>
                <a:moveTo>
                  <a:pt x="79" y="461"/>
                </a:moveTo>
                <a:cubicBezTo>
                  <a:pt x="184" y="531"/>
                  <a:pt x="172" y="641"/>
                  <a:pt x="172" y="641"/>
                </a:cubicBezTo>
                <a:cubicBezTo>
                  <a:pt x="54" y="592"/>
                  <a:pt x="79" y="461"/>
                  <a:pt x="79" y="461"/>
                </a:cubicBezTo>
                <a:close/>
                <a:moveTo>
                  <a:pt x="357" y="450"/>
                </a:moveTo>
                <a:cubicBezTo>
                  <a:pt x="357" y="450"/>
                  <a:pt x="363" y="552"/>
                  <a:pt x="244" y="568"/>
                </a:cubicBezTo>
                <a:cubicBezTo>
                  <a:pt x="244" y="568"/>
                  <a:pt x="239" y="463"/>
                  <a:pt x="357" y="450"/>
                </a:cubicBezTo>
                <a:close/>
                <a:moveTo>
                  <a:pt x="1386" y="381"/>
                </a:moveTo>
                <a:cubicBezTo>
                  <a:pt x="1505" y="378"/>
                  <a:pt x="1514" y="483"/>
                  <a:pt x="1514" y="483"/>
                </a:cubicBezTo>
                <a:cubicBezTo>
                  <a:pt x="1393" y="483"/>
                  <a:pt x="1386" y="381"/>
                  <a:pt x="1386" y="381"/>
                </a:cubicBezTo>
                <a:close/>
                <a:moveTo>
                  <a:pt x="132" y="357"/>
                </a:moveTo>
                <a:cubicBezTo>
                  <a:pt x="234" y="415"/>
                  <a:pt x="212" y="510"/>
                  <a:pt x="212" y="510"/>
                </a:cubicBezTo>
                <a:cubicBezTo>
                  <a:pt x="123" y="482"/>
                  <a:pt x="132" y="357"/>
                  <a:pt x="132" y="357"/>
                </a:cubicBezTo>
                <a:close/>
                <a:moveTo>
                  <a:pt x="1663" y="355"/>
                </a:moveTo>
                <a:cubicBezTo>
                  <a:pt x="1663" y="355"/>
                  <a:pt x="1706" y="482"/>
                  <a:pt x="1596" y="546"/>
                </a:cubicBezTo>
                <a:cubicBezTo>
                  <a:pt x="1596" y="546"/>
                  <a:pt x="1569" y="439"/>
                  <a:pt x="1663" y="355"/>
                </a:cubicBezTo>
                <a:close/>
                <a:moveTo>
                  <a:pt x="410" y="347"/>
                </a:moveTo>
                <a:cubicBezTo>
                  <a:pt x="416" y="347"/>
                  <a:pt x="423" y="347"/>
                  <a:pt x="431" y="348"/>
                </a:cubicBezTo>
                <a:cubicBezTo>
                  <a:pt x="431" y="348"/>
                  <a:pt x="400" y="410"/>
                  <a:pt x="306" y="425"/>
                </a:cubicBezTo>
                <a:cubicBezTo>
                  <a:pt x="306" y="425"/>
                  <a:pt x="309" y="346"/>
                  <a:pt x="410" y="347"/>
                </a:cubicBezTo>
                <a:close/>
                <a:moveTo>
                  <a:pt x="949" y="311"/>
                </a:moveTo>
                <a:lnTo>
                  <a:pt x="1015" y="311"/>
                </a:lnTo>
                <a:cubicBezTo>
                  <a:pt x="1013" y="344"/>
                  <a:pt x="1012" y="390"/>
                  <a:pt x="1012" y="449"/>
                </a:cubicBezTo>
                <a:lnTo>
                  <a:pt x="1012" y="881"/>
                </a:lnTo>
                <a:lnTo>
                  <a:pt x="1012" y="881"/>
                </a:lnTo>
                <a:cubicBezTo>
                  <a:pt x="1012" y="901"/>
                  <a:pt x="1013" y="916"/>
                  <a:pt x="1015" y="926"/>
                </a:cubicBezTo>
                <a:cubicBezTo>
                  <a:pt x="1017" y="936"/>
                  <a:pt x="1021" y="944"/>
                  <a:pt x="1027" y="951"/>
                </a:cubicBezTo>
                <a:cubicBezTo>
                  <a:pt x="1033" y="957"/>
                  <a:pt x="1041" y="962"/>
                  <a:pt x="1052" y="966"/>
                </a:cubicBezTo>
                <a:cubicBezTo>
                  <a:pt x="1062" y="969"/>
                  <a:pt x="1076" y="972"/>
                  <a:pt x="1092" y="974"/>
                </a:cubicBezTo>
                <a:cubicBezTo>
                  <a:pt x="1108" y="976"/>
                  <a:pt x="1129" y="977"/>
                  <a:pt x="1156" y="978"/>
                </a:cubicBezTo>
                <a:lnTo>
                  <a:pt x="1156" y="1025"/>
                </a:lnTo>
                <a:lnTo>
                  <a:pt x="710" y="1025"/>
                </a:lnTo>
                <a:lnTo>
                  <a:pt x="710" y="978"/>
                </a:lnTo>
                <a:cubicBezTo>
                  <a:pt x="748" y="976"/>
                  <a:pt x="776" y="974"/>
                  <a:pt x="792" y="971"/>
                </a:cubicBezTo>
                <a:cubicBezTo>
                  <a:pt x="808" y="968"/>
                  <a:pt x="821" y="964"/>
                  <a:pt x="829" y="958"/>
                </a:cubicBezTo>
                <a:cubicBezTo>
                  <a:pt x="838" y="952"/>
                  <a:pt x="844" y="944"/>
                  <a:pt x="848" y="933"/>
                </a:cubicBezTo>
                <a:cubicBezTo>
                  <a:pt x="852" y="922"/>
                  <a:pt x="854" y="905"/>
                  <a:pt x="854" y="881"/>
                </a:cubicBezTo>
                <a:lnTo>
                  <a:pt x="854" y="507"/>
                </a:lnTo>
                <a:cubicBezTo>
                  <a:pt x="854" y="493"/>
                  <a:pt x="852" y="483"/>
                  <a:pt x="846" y="476"/>
                </a:cubicBezTo>
                <a:cubicBezTo>
                  <a:pt x="841" y="470"/>
                  <a:pt x="834" y="467"/>
                  <a:pt x="824" y="467"/>
                </a:cubicBezTo>
                <a:cubicBezTo>
                  <a:pt x="816" y="467"/>
                  <a:pt x="803" y="471"/>
                  <a:pt x="788" y="479"/>
                </a:cubicBezTo>
                <a:cubicBezTo>
                  <a:pt x="772" y="487"/>
                  <a:pt x="746" y="503"/>
                  <a:pt x="711" y="528"/>
                </a:cubicBezTo>
                <a:lnTo>
                  <a:pt x="679" y="473"/>
                </a:lnTo>
                <a:lnTo>
                  <a:pt x="949" y="311"/>
                </a:lnTo>
                <a:close/>
                <a:moveTo>
                  <a:pt x="1348" y="284"/>
                </a:moveTo>
                <a:cubicBezTo>
                  <a:pt x="1423" y="286"/>
                  <a:pt x="1434" y="350"/>
                  <a:pt x="1434" y="350"/>
                </a:cubicBezTo>
                <a:cubicBezTo>
                  <a:pt x="1339" y="348"/>
                  <a:pt x="1300" y="290"/>
                  <a:pt x="1300" y="290"/>
                </a:cubicBezTo>
                <a:cubicBezTo>
                  <a:pt x="1319" y="285"/>
                  <a:pt x="1335" y="284"/>
                  <a:pt x="1348" y="284"/>
                </a:cubicBezTo>
                <a:close/>
                <a:moveTo>
                  <a:pt x="1596" y="259"/>
                </a:moveTo>
                <a:cubicBezTo>
                  <a:pt x="1596" y="259"/>
                  <a:pt x="1622" y="381"/>
                  <a:pt x="1538" y="421"/>
                </a:cubicBezTo>
                <a:cubicBezTo>
                  <a:pt x="1538" y="421"/>
                  <a:pt x="1504" y="330"/>
                  <a:pt x="1596" y="259"/>
                </a:cubicBezTo>
                <a:close/>
                <a:moveTo>
                  <a:pt x="507" y="240"/>
                </a:moveTo>
                <a:cubicBezTo>
                  <a:pt x="516" y="240"/>
                  <a:pt x="527" y="241"/>
                  <a:pt x="538" y="243"/>
                </a:cubicBezTo>
                <a:cubicBezTo>
                  <a:pt x="538" y="243"/>
                  <a:pt x="481" y="317"/>
                  <a:pt x="392" y="311"/>
                </a:cubicBezTo>
                <a:cubicBezTo>
                  <a:pt x="392" y="311"/>
                  <a:pt x="414" y="238"/>
                  <a:pt x="507" y="240"/>
                </a:cubicBezTo>
                <a:close/>
                <a:moveTo>
                  <a:pt x="238" y="238"/>
                </a:moveTo>
                <a:cubicBezTo>
                  <a:pt x="238" y="238"/>
                  <a:pt x="310" y="325"/>
                  <a:pt x="253" y="411"/>
                </a:cubicBezTo>
                <a:cubicBezTo>
                  <a:pt x="253" y="411"/>
                  <a:pt x="188" y="357"/>
                  <a:pt x="238" y="238"/>
                </a:cubicBezTo>
                <a:close/>
                <a:moveTo>
                  <a:pt x="1237" y="191"/>
                </a:moveTo>
                <a:cubicBezTo>
                  <a:pt x="1309" y="192"/>
                  <a:pt x="1334" y="248"/>
                  <a:pt x="1334" y="248"/>
                </a:cubicBezTo>
                <a:cubicBezTo>
                  <a:pt x="1247" y="266"/>
                  <a:pt x="1180" y="200"/>
                  <a:pt x="1180" y="201"/>
                </a:cubicBezTo>
                <a:cubicBezTo>
                  <a:pt x="1202" y="194"/>
                  <a:pt x="1221" y="191"/>
                  <a:pt x="1237" y="191"/>
                </a:cubicBezTo>
                <a:close/>
                <a:moveTo>
                  <a:pt x="1476" y="155"/>
                </a:moveTo>
                <a:cubicBezTo>
                  <a:pt x="1541" y="266"/>
                  <a:pt x="1484" y="329"/>
                  <a:pt x="1484" y="329"/>
                </a:cubicBezTo>
                <a:cubicBezTo>
                  <a:pt x="1415" y="251"/>
                  <a:pt x="1476" y="155"/>
                  <a:pt x="1476" y="155"/>
                </a:cubicBezTo>
                <a:close/>
                <a:moveTo>
                  <a:pt x="313" y="144"/>
                </a:moveTo>
                <a:cubicBezTo>
                  <a:pt x="313" y="144"/>
                  <a:pt x="383" y="195"/>
                  <a:pt x="328" y="305"/>
                </a:cubicBezTo>
                <a:cubicBezTo>
                  <a:pt x="328" y="305"/>
                  <a:pt x="252" y="244"/>
                  <a:pt x="313" y="144"/>
                </a:cubicBezTo>
                <a:close/>
                <a:moveTo>
                  <a:pt x="1390" y="71"/>
                </a:moveTo>
                <a:cubicBezTo>
                  <a:pt x="1464" y="162"/>
                  <a:pt x="1397" y="232"/>
                  <a:pt x="1397" y="232"/>
                </a:cubicBezTo>
                <a:cubicBezTo>
                  <a:pt x="1327" y="131"/>
                  <a:pt x="1390" y="71"/>
                  <a:pt x="1390" y="71"/>
                </a:cubicBezTo>
                <a:close/>
                <a:moveTo>
                  <a:pt x="624" y="67"/>
                </a:moveTo>
                <a:cubicBezTo>
                  <a:pt x="624" y="67"/>
                  <a:pt x="567" y="216"/>
                  <a:pt x="457" y="194"/>
                </a:cubicBezTo>
                <a:cubicBezTo>
                  <a:pt x="457" y="194"/>
                  <a:pt x="438" y="94"/>
                  <a:pt x="624" y="67"/>
                </a:cubicBezTo>
                <a:close/>
                <a:moveTo>
                  <a:pt x="412" y="58"/>
                </a:moveTo>
                <a:cubicBezTo>
                  <a:pt x="413" y="58"/>
                  <a:pt x="450" y="142"/>
                  <a:pt x="399" y="216"/>
                </a:cubicBezTo>
                <a:cubicBezTo>
                  <a:pt x="399" y="216"/>
                  <a:pt x="346" y="150"/>
                  <a:pt x="412" y="58"/>
                </a:cubicBezTo>
                <a:close/>
                <a:moveTo>
                  <a:pt x="1070" y="37"/>
                </a:moveTo>
                <a:cubicBezTo>
                  <a:pt x="1258" y="39"/>
                  <a:pt x="1253" y="141"/>
                  <a:pt x="1253" y="141"/>
                </a:cubicBezTo>
                <a:cubicBezTo>
                  <a:pt x="1146" y="178"/>
                  <a:pt x="1070" y="37"/>
                  <a:pt x="1070" y="37"/>
                </a:cubicBezTo>
                <a:close/>
                <a:moveTo>
                  <a:pt x="1280" y="0"/>
                </a:moveTo>
                <a:cubicBezTo>
                  <a:pt x="1357" y="82"/>
                  <a:pt x="1314" y="155"/>
                  <a:pt x="1314" y="155"/>
                </a:cubicBezTo>
                <a:cubicBezTo>
                  <a:pt x="1253" y="88"/>
                  <a:pt x="1280" y="0"/>
                  <a:pt x="1280" y="0"/>
                </a:cubicBezTo>
                <a:close/>
              </a:path>
            </a:pathLst>
          </a:custGeom>
          <a:gradFill>
            <a:gsLst>
              <a:gs pos="59000">
                <a:srgbClr val="A6A6A6"/>
              </a:gs>
              <a:gs pos="39000">
                <a:srgbClr val="D9D9D9"/>
              </a:gs>
              <a:gs pos="9000">
                <a:srgbClr val="808080"/>
              </a:gs>
              <a:gs pos="87000">
                <a:srgbClr val="808080"/>
              </a:gs>
            </a:gsLst>
            <a:lin ang="3600000" scaled="1"/>
          </a:gradFill>
          <a:ln w="762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>
              <a:solidFill>
                <a:schemeClr val="dk1"/>
              </a:solidFill>
              <a:sym typeface="+mn-ea"/>
            </a:endParaRPr>
          </a:p>
        </p:txBody>
      </p:sp>
    </p:spTree>
    <p:custDataLst>
      <p:tags r:id="rId25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/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>
                <a:solidFill>
                  <a:schemeClr val="accent1">
                    <a:lumMod val="50000"/>
                  </a:schemeClr>
                </a:solidFill>
                <a:latin typeface="+mj-ea"/>
              </a:rPr>
              <a:t>计算机图形学实验</a:t>
            </a:r>
            <a:r>
              <a:rPr lang="en-US" altLang="zh-CN" dirty="0">
                <a:solidFill>
                  <a:schemeClr val="accent1">
                    <a:lumMod val="50000"/>
                  </a:schemeClr>
                </a:solidFill>
                <a:latin typeface="+mj-ea"/>
              </a:rPr>
              <a:t>3</a:t>
            </a:r>
            <a:endParaRPr lang="en-US" altLang="zh-CN" dirty="0">
              <a:solidFill>
                <a:schemeClr val="accent1">
                  <a:lumMod val="50000"/>
                </a:schemeClr>
              </a:solidFill>
              <a:latin typeface="+mj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/>
          <a:srcRect b="23734"/>
          <a:stretch>
            <a:fillRect/>
          </a:stretch>
        </p:blipFill>
        <p:spPr>
          <a:xfrm>
            <a:off x="0" y="4144948"/>
            <a:ext cx="12207123" cy="2713052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1.xml><?xml version="1.0" encoding="utf-8"?>
<p:tagLst xmlns:p="http://schemas.openxmlformats.org/presentationml/2006/main">
  <p:tag name="wpp_generatetext" val="1"/>
</p:tagLst>
</file>

<file path=ppt/tags/tag1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5291_1*a*1"/>
  <p:tag name="KSO_WM_TEMPLATE_CATEGORY" val="custom"/>
  <p:tag name="KSO_WM_TEMPLATE_INDEX" val="2023529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DIAGRAM_GROUP_CODE" val="l1-1"/>
  <p:tag name="KSO_WM_UNIT_TYPE" val="a"/>
  <p:tag name="KSO_WM_UNIT_INDEX" val="1"/>
  <p:tag name="KSO_WM_UNIT_PRESET_TEXT" val="单击此处添加文档标题内容"/>
  <p:tag name="KSO_WM_UNIT_TEXT_TYPE" val="1"/>
  <p:tag name="KSO_WM_UNIT_TEXT_FILL_FORE_SCHEMECOLOR_INDEX" val="13"/>
  <p:tag name="KSO_WM_UNIT_TEXT_FILL_TYPE" val="1"/>
  <p:tag name="KSO_WM_UNIT_USESOURCEFORMAT_APPLY" val="1"/>
  <p:tag name="KSO_WM_UNIT_VALUE" val="29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37_2*l_i*1_1"/>
  <p:tag name="KSO_WM_TEMPLATE_CATEGORY" val="diagram"/>
  <p:tag name="KSO_WM_TEMPLATE_INDEX" val="20235237"/>
  <p:tag name="KSO_WM_UNIT_LAYERLEVEL" val="1_1"/>
  <p:tag name="KSO_WM_TAG_VERSION" val="3.0"/>
  <p:tag name="KSO_WM_BEAUTIFY_FLAG" val="#wm#"/>
  <p:tag name="KSO_WM_DIAGRAM_GROUP_CODE" val="l1-1"/>
  <p:tag name="KSO_WM_UNIT_TYPE" val="l_i"/>
  <p:tag name="KSO_WM_UNIT_INDEX" val="1_1"/>
  <p:tag name="KSO_WM_DIAGRAM_VERSION" val="3"/>
  <p:tag name="KSO_WM_DIAGRAM_COLOR_TRICK" val="1"/>
  <p:tag name="KSO_WM_DIAGRAM_COLOR_TEXT_CAN_REMOVE" val="n"/>
  <p:tag name="KSO_WM_UNIT_FILL_TYPE" val="3"/>
  <p:tag name="KSO_WM_DIAGRAM_MAX_ITEMCNT" val="6"/>
  <p:tag name="KSO_WM_DIAGRAM_MIN_ITEMCNT" val="2"/>
  <p:tag name="KSO_WM_DIAGRAM_VIRTUALLY_FRAME" val="{&quot;height&quot;:340.9461417322835,&quot;left&quot;:54.79409448818899,&quot;top&quot;:143.02740157480315,&quot;width&quot;:850.838188976378}"/>
  <p:tag name="KSO_WM_DIAGRAM_COLOR_MATCH_VALUE" val="{&quot;shape&quot;:{&quot;fill&quot;:{&quot;gradient&quot;:[{&quot;brightness&quot;:1,&quot;colorType&quot;:1,&quot;foreColorIndex&quot;:5,&quot;pos&quot;:0.009999999776482582,&quot;transparency&quot;:0},{&quot;brightness&quot;:0.5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1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37_2*l_i*1_2"/>
  <p:tag name="KSO_WM_TEMPLATE_CATEGORY" val="diagram"/>
  <p:tag name="KSO_WM_TEMPLATE_INDEX" val="20235237"/>
  <p:tag name="KSO_WM_UNIT_LAYERLEVEL" val="1_1"/>
  <p:tag name="KSO_WM_TAG_VERSION" val="3.0"/>
  <p:tag name="KSO_WM_BEAUTIFY_FLAG" val="#wm#"/>
  <p:tag name="KSO_WM_DIAGRAM_GROUP_CODE" val="l1-1"/>
  <p:tag name="KSO_WM_UNIT_TYPE" val="l_i"/>
  <p:tag name="KSO_WM_UNIT_INDEX" val="1_2"/>
  <p:tag name="KSO_WM_DIAGRAM_VERSION" val="3"/>
  <p:tag name="KSO_WM_DIAGRAM_COLOR_TRICK" val="1"/>
  <p:tag name="KSO_WM_DIAGRAM_COLOR_TEXT_CAN_REMOVE" val="n"/>
  <p:tag name="KSO_WM_UNIT_FILL_TYPE" val="3"/>
  <p:tag name="KSO_WM_DIAGRAM_MAX_ITEMCNT" val="6"/>
  <p:tag name="KSO_WM_DIAGRAM_MIN_ITEMCNT" val="2"/>
  <p:tag name="KSO_WM_DIAGRAM_VIRTUALLY_FRAME" val="{&quot;height&quot;:340.9461417322835,&quot;left&quot;:54.79409448818899,&quot;top&quot;:143.02740157480315,&quot;width&quot;:850.838188976378}"/>
  <p:tag name="KSO_WM_DIAGRAM_COLOR_MATCH_VALUE" val="{&quot;shape&quot;:{&quot;fill&quot;:{&quot;gradient&quot;:[{&quot;brightness&quot;:1,&quot;colorType&quot;:1,&quot;foreColorIndex&quot;:5,&quot;pos&quot;:0.009999999776482582,&quot;transparency&quot;:0},{&quot;brightness&quot;:0.5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1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37_2*l_i*1_3"/>
  <p:tag name="KSO_WM_TEMPLATE_CATEGORY" val="diagram"/>
  <p:tag name="KSO_WM_TEMPLATE_INDEX" val="20235237"/>
  <p:tag name="KSO_WM_UNIT_LAYERLEVEL" val="1_1"/>
  <p:tag name="KSO_WM_TAG_VERSION" val="3.0"/>
  <p:tag name="KSO_WM_BEAUTIFY_FLAG" val="#wm#"/>
  <p:tag name="KSO_WM_DIAGRAM_GROUP_CODE" val="l1-1"/>
  <p:tag name="KSO_WM_UNIT_TYPE" val="l_i"/>
  <p:tag name="KSO_WM_UNIT_INDEX" val="1_3"/>
  <p:tag name="KSO_WM_DIAGRAM_VERSION" val="3"/>
  <p:tag name="KSO_WM_DIAGRAM_COLOR_TRICK" val="1"/>
  <p:tag name="KSO_WM_DIAGRAM_COLOR_TEXT_CAN_REMOVE" val="n"/>
  <p:tag name="KSO_WM_UNIT_FILL_TYPE" val="3"/>
  <p:tag name="KSO_WM_DIAGRAM_MAX_ITEMCNT" val="6"/>
  <p:tag name="KSO_WM_DIAGRAM_MIN_ITEMCNT" val="2"/>
  <p:tag name="KSO_WM_DIAGRAM_VIRTUALLY_FRAME" val="{&quot;height&quot;:340.9461417322835,&quot;left&quot;:54.79409448818899,&quot;top&quot;:143.02740157480315,&quot;width&quot;:850.838188976378}"/>
  <p:tag name="KSO_WM_DIAGRAM_COLOR_MATCH_VALUE" val="{&quot;shape&quot;:{&quot;fill&quot;:{&quot;gradient&quot;:[{&quot;brightness&quot;:1,&quot;colorType&quot;:1,&quot;foreColorIndex&quot;:5,&quot;pos&quot;:0.009999999776482582,&quot;transparency&quot;:0},{&quot;brightness&quot;:0.5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1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37_2*l_i*1_4"/>
  <p:tag name="KSO_WM_TEMPLATE_CATEGORY" val="diagram"/>
  <p:tag name="KSO_WM_TEMPLATE_INDEX" val="20235237"/>
  <p:tag name="KSO_WM_UNIT_LAYERLEVEL" val="1_1"/>
  <p:tag name="KSO_WM_TAG_VERSION" val="3.0"/>
  <p:tag name="KSO_WM_BEAUTIFY_FLAG" val="#wm#"/>
  <p:tag name="KSO_WM_DIAGRAM_GROUP_CODE" val="l1-1"/>
  <p:tag name="KSO_WM_UNIT_TYPE" val="l_i"/>
  <p:tag name="KSO_WM_UNIT_INDEX" val="1_4"/>
  <p:tag name="KSO_WM_DIAGRAM_VERSION" val="3"/>
  <p:tag name="KSO_WM_DIAGRAM_COLOR_TRICK" val="1"/>
  <p:tag name="KSO_WM_DIAGRAM_COLOR_TEXT_CAN_REMOVE" val="n"/>
  <p:tag name="KSO_WM_UNIT_FILL_TYPE" val="3"/>
  <p:tag name="KSO_WM_DIAGRAM_MAX_ITEMCNT" val="6"/>
  <p:tag name="KSO_WM_DIAGRAM_MIN_ITEMCNT" val="2"/>
  <p:tag name="KSO_WM_DIAGRAM_VIRTUALLY_FRAME" val="{&quot;height&quot;:340.9461417322835,&quot;left&quot;:54.79409448818899,&quot;top&quot;:143.02740157480315,&quot;width&quot;:850.838188976378}"/>
  <p:tag name="KSO_WM_DIAGRAM_COLOR_MATCH_VALUE" val="{&quot;shape&quot;:{&quot;fill&quot;:{&quot;gradient&quot;:[{&quot;brightness&quot;:1,&quot;colorType&quot;:1,&quot;foreColorIndex&quot;:5,&quot;pos&quot;:0.009999999776482582,&quot;transparency&quot;:0},{&quot;brightness&quot;:0.5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1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37_2*l_i*1_5"/>
  <p:tag name="KSO_WM_TEMPLATE_CATEGORY" val="diagram"/>
  <p:tag name="KSO_WM_TEMPLATE_INDEX" val="20235237"/>
  <p:tag name="KSO_WM_UNIT_LAYERLEVEL" val="1_1"/>
  <p:tag name="KSO_WM_TAG_VERSION" val="3.0"/>
  <p:tag name="KSO_WM_BEAUTIFY_FLAG" val="#wm#"/>
  <p:tag name="KSO_WM_DIAGRAM_GROUP_CODE" val="l1-1"/>
  <p:tag name="KSO_WM_UNIT_TYPE" val="l_i"/>
  <p:tag name="KSO_WM_UNIT_INDEX" val="1_5"/>
  <p:tag name="KSO_WM_DIAGRAM_VERSION" val="3"/>
  <p:tag name="KSO_WM_DIAGRAM_COLOR_TRICK" val="1"/>
  <p:tag name="KSO_WM_DIAGRAM_COLOR_TEXT_CAN_REMOVE" val="n"/>
  <p:tag name="KSO_WM_UNIT_FILL_TYPE" val="3"/>
  <p:tag name="KSO_WM_DIAGRAM_MAX_ITEMCNT" val="6"/>
  <p:tag name="KSO_WM_DIAGRAM_MIN_ITEMCNT" val="2"/>
  <p:tag name="KSO_WM_DIAGRAM_VIRTUALLY_FRAME" val="{&quot;height&quot;:340.9461417322835,&quot;left&quot;:54.79409448818899,&quot;top&quot;:143.02740157480315,&quot;width&quot;:850.838188976378}"/>
  <p:tag name="KSO_WM_DIAGRAM_COLOR_MATCH_VALUE" val="{&quot;shape&quot;:{&quot;fill&quot;:{&quot;gradient&quot;:[{&quot;brightness&quot;:1,&quot;colorType&quot;:1,&quot;foreColorIndex&quot;:5,&quot;pos&quot;:0.009999999776482582,&quot;transparency&quot;:0},{&quot;brightness&quot;:0.5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1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37_2*l_i*1_6"/>
  <p:tag name="KSO_WM_TEMPLATE_CATEGORY" val="diagram"/>
  <p:tag name="KSO_WM_TEMPLATE_INDEX" val="20235237"/>
  <p:tag name="KSO_WM_UNIT_LAYERLEVEL" val="1_1"/>
  <p:tag name="KSO_WM_TAG_VERSION" val="3.0"/>
  <p:tag name="KSO_WM_BEAUTIFY_FLAG" val="#wm#"/>
  <p:tag name="KSO_WM_DIAGRAM_GROUP_CODE" val="l1-1"/>
  <p:tag name="KSO_WM_UNIT_TYPE" val="l_i"/>
  <p:tag name="KSO_WM_UNIT_INDEX" val="1_6"/>
  <p:tag name="KSO_WM_DIAGRAM_VERSION" val="3"/>
  <p:tag name="KSO_WM_DIAGRAM_COLOR_TRICK" val="1"/>
  <p:tag name="KSO_WM_DIAGRAM_COLOR_TEXT_CAN_REMOVE" val="n"/>
  <p:tag name="KSO_WM_UNIT_FILL_TYPE" val="3"/>
  <p:tag name="KSO_WM_DIAGRAM_MAX_ITEMCNT" val="6"/>
  <p:tag name="KSO_WM_DIAGRAM_MIN_ITEMCNT" val="2"/>
  <p:tag name="KSO_WM_DIAGRAM_VIRTUALLY_FRAME" val="{&quot;height&quot;:340.9461417322835,&quot;left&quot;:54.79409448818899,&quot;top&quot;:143.02740157480315,&quot;width&quot;:850.838188976378}"/>
  <p:tag name="KSO_WM_DIAGRAM_COLOR_MATCH_VALUE" val="{&quot;shape&quot;:{&quot;fill&quot;:{&quot;gradient&quot;:[{&quot;brightness&quot;:1,&quot;colorType&quot;:1,&quot;foreColorIndex&quot;:5,&quot;pos&quot;:0.009999999776482582,&quot;transparency&quot;:0},{&quot;brightness&quot;:0.5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1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37_2*l_i*1_7"/>
  <p:tag name="KSO_WM_TEMPLATE_CATEGORY" val="diagram"/>
  <p:tag name="KSO_WM_TEMPLATE_INDEX" val="20235237"/>
  <p:tag name="KSO_WM_UNIT_LAYERLEVEL" val="1_1"/>
  <p:tag name="KSO_WM_TAG_VERSION" val="3.0"/>
  <p:tag name="KSO_WM_BEAUTIFY_FLAG" val="#wm#"/>
  <p:tag name="KSO_WM_DIAGRAM_GROUP_CODE" val="l1-1"/>
  <p:tag name="KSO_WM_UNIT_TYPE" val="l_i"/>
  <p:tag name="KSO_WM_UNIT_INDEX" val="1_7"/>
  <p:tag name="KSO_WM_DIAGRAM_VERSION" val="3"/>
  <p:tag name="KSO_WM_DIAGRAM_COLOR_TRICK" val="1"/>
  <p:tag name="KSO_WM_DIAGRAM_COLOR_TEXT_CAN_REMOVE" val="n"/>
  <p:tag name="KSO_WM_UNIT_FILL_TYPE" val="3"/>
  <p:tag name="KSO_WM_DIAGRAM_MAX_ITEMCNT" val="6"/>
  <p:tag name="KSO_WM_DIAGRAM_MIN_ITEMCNT" val="2"/>
  <p:tag name="KSO_WM_DIAGRAM_VIRTUALLY_FRAME" val="{&quot;height&quot;:340.9461417322835,&quot;left&quot;:54.79409448818899,&quot;top&quot;:143.02740157480315,&quot;width&quot;:850.838188976378}"/>
  <p:tag name="KSO_WM_DIAGRAM_COLOR_MATCH_VALUE" val="{&quot;shape&quot;:{&quot;fill&quot;:{&quot;gradient&quot;:[{&quot;brightness&quot;:1,&quot;colorType&quot;:1,&quot;foreColorIndex&quot;:5,&quot;pos&quot;:0.009999999776482582,&quot;transparency&quot;:0},{&quot;brightness&quot;:0.5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1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37_2*l_i*1_8"/>
  <p:tag name="KSO_WM_TEMPLATE_CATEGORY" val="diagram"/>
  <p:tag name="KSO_WM_TEMPLATE_INDEX" val="20235237"/>
  <p:tag name="KSO_WM_UNIT_LAYERLEVEL" val="1_1"/>
  <p:tag name="KSO_WM_TAG_VERSION" val="3.0"/>
  <p:tag name="KSO_WM_BEAUTIFY_FLAG" val="#wm#"/>
  <p:tag name="KSO_WM_DIAGRAM_GROUP_CODE" val="l1-1"/>
  <p:tag name="KSO_WM_UNIT_TYPE" val="l_i"/>
  <p:tag name="KSO_WM_UNIT_INDEX" val="1_8"/>
  <p:tag name="KSO_WM_DIAGRAM_VERSION" val="3"/>
  <p:tag name="KSO_WM_DIAGRAM_COLOR_TRICK" val="1"/>
  <p:tag name="KSO_WM_DIAGRAM_COLOR_TEXT_CAN_REMOVE" val="n"/>
  <p:tag name="KSO_WM_UNIT_FILL_TYPE" val="3"/>
  <p:tag name="KSO_WM_DIAGRAM_MAX_ITEMCNT" val="6"/>
  <p:tag name="KSO_WM_DIAGRAM_MIN_ITEMCNT" val="2"/>
  <p:tag name="KSO_WM_DIAGRAM_VIRTUALLY_FRAME" val="{&quot;height&quot;:340.9461417322835,&quot;left&quot;:54.79409448818899,&quot;top&quot;:143.02740157480315,&quot;width&quot;:850.838188976378}"/>
  <p:tag name="KSO_WM_DIAGRAM_COLOR_MATCH_VALUE" val="{&quot;shape&quot;:{&quot;fill&quot;:{&quot;gradient&quot;:[{&quot;brightness&quot;:1,&quot;colorType&quot;:1,&quot;foreColorIndex&quot;:5,&quot;pos&quot;:0.009999999776482582,&quot;transparency&quot;:0},{&quot;brightness&quot;:0.5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1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37_2*l_i*1_9"/>
  <p:tag name="KSO_WM_TEMPLATE_CATEGORY" val="diagram"/>
  <p:tag name="KSO_WM_TEMPLATE_INDEX" val="20235237"/>
  <p:tag name="KSO_WM_UNIT_LAYERLEVEL" val="1_1"/>
  <p:tag name="KSO_WM_TAG_VERSION" val="3.0"/>
  <p:tag name="KSO_WM_BEAUTIFY_FLAG" val="#wm#"/>
  <p:tag name="KSO_WM_DIAGRAM_GROUP_CODE" val="l1-1"/>
  <p:tag name="KSO_WM_UNIT_TYPE" val="l_i"/>
  <p:tag name="KSO_WM_UNIT_INDEX" val="1_9"/>
  <p:tag name="KSO_WM_DIAGRAM_VERSION" val="3"/>
  <p:tag name="KSO_WM_DIAGRAM_COLOR_TRICK" val="1"/>
  <p:tag name="KSO_WM_DIAGRAM_COLOR_TEXT_CAN_REMOVE" val="n"/>
  <p:tag name="KSO_WM_UNIT_FILL_TYPE" val="3"/>
  <p:tag name="KSO_WM_DIAGRAM_MAX_ITEMCNT" val="6"/>
  <p:tag name="KSO_WM_DIAGRAM_MIN_ITEMCNT" val="2"/>
  <p:tag name="KSO_WM_DIAGRAM_VIRTUALLY_FRAME" val="{&quot;height&quot;:340.9461417322835,&quot;left&quot;:54.79409448818899,&quot;top&quot;:143.02740157480315,&quot;width&quot;:850.838188976378}"/>
  <p:tag name="KSO_WM_DIAGRAM_COLOR_MATCH_VALUE" val="{&quot;shape&quot;:{&quot;fill&quot;:{&quot;gradient&quot;:[{&quot;brightness&quot;:1,&quot;colorType&quot;:1,&quot;foreColorIndex&quot;:5,&quot;pos&quot;:0.009999999776482582,&quot;transparency&quot;:0},{&quot;brightness&quot;:0.5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1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37_2*l_i*1_10"/>
  <p:tag name="KSO_WM_TEMPLATE_CATEGORY" val="diagram"/>
  <p:tag name="KSO_WM_TEMPLATE_INDEX" val="20235237"/>
  <p:tag name="KSO_WM_UNIT_LAYERLEVEL" val="1_1"/>
  <p:tag name="KSO_WM_TAG_VERSION" val="3.0"/>
  <p:tag name="KSO_WM_BEAUTIFY_FLAG" val="#wm#"/>
  <p:tag name="KSO_WM_DIAGRAM_GROUP_CODE" val="l1-1"/>
  <p:tag name="KSO_WM_UNIT_TYPE" val="l_i"/>
  <p:tag name="KSO_WM_UNIT_INDEX" val="1_10"/>
  <p:tag name="KSO_WM_DIAGRAM_VERSION" val="3"/>
  <p:tag name="KSO_WM_DIAGRAM_COLOR_TRICK" val="1"/>
  <p:tag name="KSO_WM_DIAGRAM_COLOR_TEXT_CAN_REMOVE" val="n"/>
  <p:tag name="KSO_WM_UNIT_FILL_TYPE" val="3"/>
  <p:tag name="KSO_WM_DIAGRAM_MAX_ITEMCNT" val="6"/>
  <p:tag name="KSO_WM_DIAGRAM_MIN_ITEMCNT" val="2"/>
  <p:tag name="KSO_WM_DIAGRAM_VIRTUALLY_FRAME" val="{&quot;height&quot;:340.9461417322835,&quot;left&quot;:54.79409448818899,&quot;top&quot;:143.02740157480315,&quot;width&quot;:850.838188976378}"/>
  <p:tag name="KSO_WM_DIAGRAM_COLOR_MATCH_VALUE" val="{&quot;shape&quot;:{&quot;fill&quot;:{&quot;gradient&quot;:[{&quot;brightness&quot;:1,&quot;colorType&quot;:1,&quot;foreColorIndex&quot;:5,&quot;pos&quot;:0.009999999776482582,&quot;transparency&quot;:0},{&quot;brightness&quot;:0.5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1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37_2*l_i*1_11"/>
  <p:tag name="KSO_WM_TEMPLATE_CATEGORY" val="diagram"/>
  <p:tag name="KSO_WM_TEMPLATE_INDEX" val="20235237"/>
  <p:tag name="KSO_WM_UNIT_LAYERLEVEL" val="1_1"/>
  <p:tag name="KSO_WM_TAG_VERSION" val="3.0"/>
  <p:tag name="KSO_WM_BEAUTIFY_FLAG" val="#wm#"/>
  <p:tag name="KSO_WM_DIAGRAM_GROUP_CODE" val="l1-1"/>
  <p:tag name="KSO_WM_UNIT_TYPE" val="l_i"/>
  <p:tag name="KSO_WM_UNIT_INDEX" val="1_11"/>
  <p:tag name="KSO_WM_DIAGRAM_VERSION" val="3"/>
  <p:tag name="KSO_WM_DIAGRAM_COLOR_TRICK" val="1"/>
  <p:tag name="KSO_WM_DIAGRAM_COLOR_TEXT_CAN_REMOVE" val="n"/>
  <p:tag name="KSO_WM_UNIT_FILL_TYPE" val="3"/>
  <p:tag name="KSO_WM_DIAGRAM_MAX_ITEMCNT" val="6"/>
  <p:tag name="KSO_WM_DIAGRAM_MIN_ITEMCNT" val="2"/>
  <p:tag name="KSO_WM_DIAGRAM_VIRTUALLY_FRAME" val="{&quot;height&quot;:340.9461417322835,&quot;left&quot;:54.79409448818899,&quot;top&quot;:143.02740157480315,&quot;width&quot;:850.838188976378}"/>
  <p:tag name="KSO_WM_DIAGRAM_COLOR_MATCH_VALUE" val="{&quot;shape&quot;:{&quot;fill&quot;:{&quot;gradient&quot;:[{&quot;brightness&quot;:1,&quot;colorType&quot;:1,&quot;foreColorIndex&quot;:5,&quot;pos&quot;:0.009999999776482582,&quot;transparency&quot;:0},{&quot;brightness&quot;:0.5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1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37_2*l_i*1_12"/>
  <p:tag name="KSO_WM_TEMPLATE_CATEGORY" val="diagram"/>
  <p:tag name="KSO_WM_TEMPLATE_INDEX" val="20235237"/>
  <p:tag name="KSO_WM_UNIT_LAYERLEVEL" val="1_1"/>
  <p:tag name="KSO_WM_TAG_VERSION" val="3.0"/>
  <p:tag name="KSO_WM_BEAUTIFY_FLAG" val="#wm#"/>
  <p:tag name="KSO_WM_DIAGRAM_GROUP_CODE" val="l1-1"/>
  <p:tag name="KSO_WM_UNIT_TYPE" val="l_i"/>
  <p:tag name="KSO_WM_UNIT_INDEX" val="1_12"/>
  <p:tag name="KSO_WM_DIAGRAM_VERSION" val="3"/>
  <p:tag name="KSO_WM_DIAGRAM_COLOR_TRICK" val="1"/>
  <p:tag name="KSO_WM_DIAGRAM_COLOR_TEXT_CAN_REMOVE" val="n"/>
  <p:tag name="KSO_WM_UNIT_FILL_TYPE" val="3"/>
  <p:tag name="KSO_WM_DIAGRAM_MAX_ITEMCNT" val="6"/>
  <p:tag name="KSO_WM_DIAGRAM_MIN_ITEMCNT" val="2"/>
  <p:tag name="KSO_WM_DIAGRAM_VIRTUALLY_FRAME" val="{&quot;height&quot;:340.9461417322835,&quot;left&quot;:54.79409448818899,&quot;top&quot;:143.02740157480315,&quot;width&quot;:850.838188976378}"/>
  <p:tag name="KSO_WM_DIAGRAM_COLOR_MATCH_VALUE" val="{&quot;shape&quot;:{&quot;fill&quot;:{&quot;gradient&quot;:[{&quot;brightness&quot;:1,&quot;colorType&quot;:1,&quot;foreColorIndex&quot;:5,&quot;pos&quot;:0.009999999776482582,&quot;transparency&quot;:0},{&quot;brightness&quot;:0.5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1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37_2*l_i*1_13"/>
  <p:tag name="KSO_WM_TEMPLATE_CATEGORY" val="diagram"/>
  <p:tag name="KSO_WM_TEMPLATE_INDEX" val="20235237"/>
  <p:tag name="KSO_WM_UNIT_LAYERLEVEL" val="1_1"/>
  <p:tag name="KSO_WM_TAG_VERSION" val="3.0"/>
  <p:tag name="KSO_WM_BEAUTIFY_FLAG" val="#wm#"/>
  <p:tag name="KSO_WM_DIAGRAM_GROUP_CODE" val="l1-1"/>
  <p:tag name="KSO_WM_UNIT_TYPE" val="l_i"/>
  <p:tag name="KSO_WM_UNIT_INDEX" val="1_13"/>
  <p:tag name="KSO_WM_DIAGRAM_VERSION" val="3"/>
  <p:tag name="KSO_WM_DIAGRAM_COLOR_TRICK" val="1"/>
  <p:tag name="KSO_WM_DIAGRAM_COLOR_TEXT_CAN_REMOVE" val="n"/>
  <p:tag name="KSO_WM_UNIT_FILL_TYPE" val="3"/>
  <p:tag name="KSO_WM_DIAGRAM_MAX_ITEMCNT" val="6"/>
  <p:tag name="KSO_WM_DIAGRAM_MIN_ITEMCNT" val="2"/>
  <p:tag name="KSO_WM_DIAGRAM_VIRTUALLY_FRAME" val="{&quot;height&quot;:340.9461417322835,&quot;left&quot;:54.79409448818899,&quot;top&quot;:143.02740157480315,&quot;width&quot;:850.838188976378}"/>
  <p:tag name="KSO_WM_DIAGRAM_COLOR_MATCH_VALUE" val="{&quot;shape&quot;:{&quot;fill&quot;:{&quot;gradient&quot;:[{&quot;brightness&quot;:1,&quot;colorType&quot;:1,&quot;foreColorIndex&quot;:5,&quot;pos&quot;:0.009999999776482582,&quot;transparency&quot;:0},{&quot;brightness&quot;:0.5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1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37_2*l_i*1_14"/>
  <p:tag name="KSO_WM_TEMPLATE_CATEGORY" val="diagram"/>
  <p:tag name="KSO_WM_TEMPLATE_INDEX" val="20235237"/>
  <p:tag name="KSO_WM_UNIT_LAYERLEVEL" val="1_1"/>
  <p:tag name="KSO_WM_TAG_VERSION" val="3.0"/>
  <p:tag name="KSO_WM_BEAUTIFY_FLAG" val="#wm#"/>
  <p:tag name="KSO_WM_DIAGRAM_GROUP_CODE" val="l1-1"/>
  <p:tag name="KSO_WM_UNIT_TYPE" val="l_i"/>
  <p:tag name="KSO_WM_UNIT_INDEX" val="1_14"/>
  <p:tag name="KSO_WM_DIAGRAM_VERSION" val="3"/>
  <p:tag name="KSO_WM_DIAGRAM_COLOR_TRICK" val="1"/>
  <p:tag name="KSO_WM_DIAGRAM_COLOR_TEXT_CAN_REMOVE" val="n"/>
  <p:tag name="KSO_WM_UNIT_FILL_TYPE" val="3"/>
  <p:tag name="KSO_WM_DIAGRAM_MAX_ITEMCNT" val="6"/>
  <p:tag name="KSO_WM_DIAGRAM_MIN_ITEMCNT" val="2"/>
  <p:tag name="KSO_WM_DIAGRAM_VIRTUALLY_FRAME" val="{&quot;height&quot;:340.9461417322835,&quot;left&quot;:54.79409448818899,&quot;top&quot;:143.02740157480315,&quot;width&quot;:850.838188976378}"/>
  <p:tag name="KSO_WM_DIAGRAM_COLOR_MATCH_VALUE" val="{&quot;shape&quot;:{&quot;fill&quot;:{&quot;gradient&quot;:[{&quot;brightness&quot;:1,&quot;colorType&quot;:1,&quot;foreColorIndex&quot;:5,&quot;pos&quot;:0.009999999776482582,&quot;transparency&quot;:0},{&quot;brightness&quot;:0.5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1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37_2*l_i*1_15"/>
  <p:tag name="KSO_WM_TEMPLATE_CATEGORY" val="diagram"/>
  <p:tag name="KSO_WM_TEMPLATE_INDEX" val="20235237"/>
  <p:tag name="KSO_WM_UNIT_LAYERLEVEL" val="1_1"/>
  <p:tag name="KSO_WM_TAG_VERSION" val="3.0"/>
  <p:tag name="KSO_WM_BEAUTIFY_FLAG" val="#wm#"/>
  <p:tag name="KSO_WM_DIAGRAM_GROUP_CODE" val="l1-1"/>
  <p:tag name="KSO_WM_UNIT_TYPE" val="l_i"/>
  <p:tag name="KSO_WM_UNIT_INDEX" val="1_15"/>
  <p:tag name="KSO_WM_DIAGRAM_VERSION" val="3"/>
  <p:tag name="KSO_WM_DIAGRAM_COLOR_TRICK" val="1"/>
  <p:tag name="KSO_WM_DIAGRAM_COLOR_TEXT_CAN_REMOVE" val="n"/>
  <p:tag name="KSO_WM_UNIT_FILL_TYPE" val="3"/>
  <p:tag name="KSO_WM_DIAGRAM_MAX_ITEMCNT" val="6"/>
  <p:tag name="KSO_WM_DIAGRAM_MIN_ITEMCNT" val="2"/>
  <p:tag name="KSO_WM_DIAGRAM_VIRTUALLY_FRAME" val="{&quot;height&quot;:340.9461417322835,&quot;left&quot;:54.79409448818899,&quot;top&quot;:143.02740157480315,&quot;width&quot;:850.838188976378}"/>
  <p:tag name="KSO_WM_DIAGRAM_COLOR_MATCH_VALUE" val="{&quot;shape&quot;:{&quot;fill&quot;:{&quot;gradient&quot;:[{&quot;brightness&quot;:1,&quot;colorType&quot;:1,&quot;foreColorIndex&quot;:5,&quot;pos&quot;:0.009999999776482582,&quot;transparency&quot;:0},{&quot;brightness&quot;:0.5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1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37_2*l_i*1_16"/>
  <p:tag name="KSO_WM_TEMPLATE_CATEGORY" val="diagram"/>
  <p:tag name="KSO_WM_TEMPLATE_INDEX" val="20235237"/>
  <p:tag name="KSO_WM_UNIT_LAYERLEVEL" val="1_1"/>
  <p:tag name="KSO_WM_TAG_VERSION" val="3.0"/>
  <p:tag name="KSO_WM_BEAUTIFY_FLAG" val="#wm#"/>
  <p:tag name="KSO_WM_DIAGRAM_GROUP_CODE" val="l1-1"/>
  <p:tag name="KSO_WM_UNIT_TYPE" val="l_i"/>
  <p:tag name="KSO_WM_UNIT_INDEX" val="1_16"/>
  <p:tag name="KSO_WM_DIAGRAM_VERSION" val="3"/>
  <p:tag name="KSO_WM_DIAGRAM_COLOR_TRICK" val="1"/>
  <p:tag name="KSO_WM_DIAGRAM_COLOR_TEXT_CAN_REMOVE" val="n"/>
  <p:tag name="KSO_WM_UNIT_FILL_TYPE" val="3"/>
  <p:tag name="KSO_WM_DIAGRAM_MAX_ITEMCNT" val="6"/>
  <p:tag name="KSO_WM_DIAGRAM_MIN_ITEMCNT" val="2"/>
  <p:tag name="KSO_WM_DIAGRAM_VIRTUALLY_FRAME" val="{&quot;height&quot;:340.9461417322835,&quot;left&quot;:54.79409448818899,&quot;top&quot;:143.02740157480315,&quot;width&quot;:850.838188976378}"/>
  <p:tag name="KSO_WM_DIAGRAM_COLOR_MATCH_VALUE" val="{&quot;shape&quot;:{&quot;fill&quot;:{&quot;gradient&quot;:[{&quot;brightness&quot;:1,&quot;colorType&quot;:1,&quot;foreColorIndex&quot;:5,&quot;pos&quot;:0.009999999776482582,&quot;transparency&quot;:0},{&quot;brightness&quot;:0.5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1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37_2*l_i*1_17"/>
  <p:tag name="KSO_WM_TEMPLATE_CATEGORY" val="diagram"/>
  <p:tag name="KSO_WM_TEMPLATE_INDEX" val="20235237"/>
  <p:tag name="KSO_WM_UNIT_LAYERLEVEL" val="1_1"/>
  <p:tag name="KSO_WM_TAG_VERSION" val="3.0"/>
  <p:tag name="KSO_WM_BEAUTIFY_FLAG" val="#wm#"/>
  <p:tag name="KSO_WM_DIAGRAM_GROUP_CODE" val="l1-1"/>
  <p:tag name="KSO_WM_UNIT_TYPE" val="l_i"/>
  <p:tag name="KSO_WM_UNIT_INDEX" val="1_17"/>
  <p:tag name="KSO_WM_DIAGRAM_VERSION" val="3"/>
  <p:tag name="KSO_WM_DIAGRAM_COLOR_TRICK" val="1"/>
  <p:tag name="KSO_WM_DIAGRAM_COLOR_TEXT_CAN_REMOVE" val="n"/>
  <p:tag name="KSO_WM_UNIT_FILL_TYPE" val="3"/>
  <p:tag name="KSO_WM_DIAGRAM_MAX_ITEMCNT" val="6"/>
  <p:tag name="KSO_WM_DIAGRAM_MIN_ITEMCNT" val="2"/>
  <p:tag name="KSO_WM_DIAGRAM_VIRTUALLY_FRAME" val="{&quot;height&quot;:340.9461417322835,&quot;left&quot;:54.79409448818899,&quot;top&quot;:143.02740157480315,&quot;width&quot;:850.838188976378}"/>
  <p:tag name="KSO_WM_DIAGRAM_COLOR_MATCH_VALUE" val="{&quot;shape&quot;:{&quot;fill&quot;:{&quot;gradient&quot;:[{&quot;brightness&quot;:1,&quot;colorType&quot;:1,&quot;foreColorIndex&quot;:5,&quot;pos&quot;:0.009999999776482582,&quot;transparency&quot;:0},{&quot;brightness&quot;:0.5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1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37_2*l_i*1_18"/>
  <p:tag name="KSO_WM_TEMPLATE_CATEGORY" val="diagram"/>
  <p:tag name="KSO_WM_TEMPLATE_INDEX" val="20235237"/>
  <p:tag name="KSO_WM_UNIT_LAYERLEVEL" val="1_1"/>
  <p:tag name="KSO_WM_TAG_VERSION" val="3.0"/>
  <p:tag name="KSO_WM_BEAUTIFY_FLAG" val="#wm#"/>
  <p:tag name="KSO_WM_DIAGRAM_GROUP_CODE" val="l1-1"/>
  <p:tag name="KSO_WM_UNIT_TYPE" val="l_i"/>
  <p:tag name="KSO_WM_UNIT_INDEX" val="1_18"/>
  <p:tag name="KSO_WM_DIAGRAM_VERSION" val="3"/>
  <p:tag name="KSO_WM_DIAGRAM_COLOR_TRICK" val="1"/>
  <p:tag name="KSO_WM_DIAGRAM_COLOR_TEXT_CAN_REMOVE" val="n"/>
  <p:tag name="KSO_WM_UNIT_FILL_TYPE" val="3"/>
  <p:tag name="KSO_WM_DIAGRAM_MAX_ITEMCNT" val="6"/>
  <p:tag name="KSO_WM_DIAGRAM_MIN_ITEMCNT" val="2"/>
  <p:tag name="KSO_WM_DIAGRAM_VIRTUALLY_FRAME" val="{&quot;height&quot;:340.9461417322835,&quot;left&quot;:54.79409448818899,&quot;top&quot;:143.02740157480315,&quot;width&quot;:850.838188976378}"/>
  <p:tag name="KSO_WM_DIAGRAM_COLOR_MATCH_VALUE" val="{&quot;shape&quot;:{&quot;fill&quot;:{&quot;gradient&quot;:[{&quot;brightness&quot;:1,&quot;colorType&quot;:1,&quot;foreColorIndex&quot;:5,&quot;pos&quot;:0.009999999776482582,&quot;transparency&quot;:0},{&quot;brightness&quot;:0.5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1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37_2*l_i*1_19"/>
  <p:tag name="KSO_WM_TEMPLATE_CATEGORY" val="diagram"/>
  <p:tag name="KSO_WM_TEMPLATE_INDEX" val="20235237"/>
  <p:tag name="KSO_WM_UNIT_LAYERLEVEL" val="1_1"/>
  <p:tag name="KSO_WM_TAG_VERSION" val="3.0"/>
  <p:tag name="KSO_WM_BEAUTIFY_FLAG" val="#wm#"/>
  <p:tag name="KSO_WM_DIAGRAM_GROUP_CODE" val="l1-1"/>
  <p:tag name="KSO_WM_UNIT_TYPE" val="l_i"/>
  <p:tag name="KSO_WM_UNIT_INDEX" val="1_19"/>
  <p:tag name="KSO_WM_DIAGRAM_VERSION" val="3"/>
  <p:tag name="KSO_WM_DIAGRAM_COLOR_TRICK" val="1"/>
  <p:tag name="KSO_WM_DIAGRAM_COLOR_TEXT_CAN_REMOVE" val="n"/>
  <p:tag name="KSO_WM_UNIT_FILL_TYPE" val="3"/>
  <p:tag name="KSO_WM_DIAGRAM_MAX_ITEMCNT" val="6"/>
  <p:tag name="KSO_WM_DIAGRAM_MIN_ITEMCNT" val="2"/>
  <p:tag name="KSO_WM_DIAGRAM_VIRTUALLY_FRAME" val="{&quot;height&quot;:340.9461417322835,&quot;left&quot;:54.79409448818899,&quot;top&quot;:143.02740157480315,&quot;width&quot;:850.838188976378}"/>
  <p:tag name="KSO_WM_DIAGRAM_COLOR_MATCH_VALUE" val="{&quot;shape&quot;:{&quot;fill&quot;:{&quot;gradient&quot;:[{&quot;brightness&quot;:1,&quot;colorType&quot;:1,&quot;foreColorIndex&quot;:5,&quot;pos&quot;:0.009999999776482582,&quot;transparency&quot;:0},{&quot;brightness&quot;:0.5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1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37_2*l_h_f*1_1_1"/>
  <p:tag name="KSO_WM_TEMPLATE_CATEGORY" val="diagram"/>
  <p:tag name="KSO_WM_TEMPLATE_INDEX" val="20235237"/>
  <p:tag name="KSO_WM_UNIT_LAYERLEVEL" val="1_1_1"/>
  <p:tag name="KSO_WM_TAG_VERSION" val="3.0"/>
  <p:tag name="KSO_WM_BEAUTIFY_FLAG" val="#wm#"/>
  <p:tag name="KSO_WM_UNIT_SUBTYPE" val="a"/>
  <p:tag name="KSO_WM_UNIT_TEXT_LAYER_COUNT" val="1"/>
  <p:tag name="KSO_WM_UNIT_NOCLEAR" val="0"/>
  <p:tag name="KSO_WM_DIAGRAM_GROUP_CODE" val="l1-1"/>
  <p:tag name="KSO_WM_UNIT_TYPE" val="l_h_f"/>
  <p:tag name="KSO_WM_UNIT_INDEX" val="1_1_1"/>
  <p:tag name="KSO_WM_DIAGRAM_VERSION" val="3"/>
  <p:tag name="KSO_WM_DIAGRAM_COLOR_TRICK" val="1"/>
  <p:tag name="KSO_WM_DIAGRAM_COLOR_TEXT_CAN_REMOVE" val="n"/>
  <p:tag name="KSO_WM_UNIT_PRESET_TEXT" val="单击此处输入您的项正文，文字是您思想的提炼，请尽量言简意赅的阐述观点单击此处输入智能图形项正文。"/>
  <p:tag name="KSO_WM_UNIT_TEXT_FILL_FORE_SCHEMECOLOR_INDEX" val="1"/>
  <p:tag name="KSO_WM_UNIT_TEXT_FILL_TYPE" val="1"/>
  <p:tag name="KSO_WM_UNIT_TEXT_TYPE" val="1"/>
  <p:tag name="KSO_WM_DIAGRAM_MAX_ITEMCNT" val="6"/>
  <p:tag name="KSO_WM_DIAGRAM_MIN_ITEMCNT" val="2"/>
  <p:tag name="KSO_WM_DIAGRAM_VIRTUALLY_FRAME" val="{&quot;height&quot;:340.9461417322835,&quot;left&quot;:54.79409448818899,&quot;top&quot;:143.02740157480315,&quot;width&quot;:850.83818897637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37_2*l_h_i*1_2_1"/>
  <p:tag name="KSO_WM_TEMPLATE_CATEGORY" val="diagram"/>
  <p:tag name="KSO_WM_TEMPLATE_INDEX" val="20235237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2_1"/>
  <p:tag name="KSO_WM_DIAGRAM_VERSION" val="3"/>
  <p:tag name="KSO_WM_DIAGRAM_COLOR_TRICK" val="1"/>
  <p:tag name="KSO_WM_DIAGRAM_COLOR_TEXT_CAN_REMOVE" val="n"/>
  <p:tag name="KSO_WM_UNIT_LINE_FORE_SCHEMECOLOR_INDEX" val="6"/>
  <p:tag name="KSO_WM_DIAGRAM_MAX_ITEMCNT" val="6"/>
  <p:tag name="KSO_WM_DIAGRAM_MIN_ITEMCNT" val="2"/>
  <p:tag name="KSO_WM_DIAGRAM_VIRTUALLY_FRAME" val="{&quot;height&quot;:340.9461417322835,&quot;left&quot;:54.79409448818899,&quot;top&quot;:143.02740157480315,&quot;width&quot;:850.838188976378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699999988079071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ILL_TYPE" val="2"/>
  <p:tag name="KSO_WM_UNIT_USESOURCEFORMAT_APPLY" val="1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37_2*l_h_f*1_3_1"/>
  <p:tag name="KSO_WM_TEMPLATE_CATEGORY" val="diagram"/>
  <p:tag name="KSO_WM_TEMPLATE_INDEX" val="20235237"/>
  <p:tag name="KSO_WM_UNIT_LAYERLEVEL" val="1_1_1"/>
  <p:tag name="KSO_WM_TAG_VERSION" val="3.0"/>
  <p:tag name="KSO_WM_BEAUTIFY_FLAG" val="#wm#"/>
  <p:tag name="KSO_WM_UNIT_SUBTYPE" val="a"/>
  <p:tag name="KSO_WM_UNIT_TEXT_LAYER_COUNT" val="1"/>
  <p:tag name="KSO_WM_UNIT_NOCLEAR" val="0"/>
  <p:tag name="KSO_WM_UNIT_VALUE" val="75"/>
  <p:tag name="KSO_WM_DIAGRAM_GROUP_CODE" val="l1-1"/>
  <p:tag name="KSO_WM_UNIT_TYPE" val="l_h_f"/>
  <p:tag name="KSO_WM_UNIT_INDEX" val="1_3_1"/>
  <p:tag name="KSO_WM_DIAGRAM_VERSION" val="3"/>
  <p:tag name="KSO_WM_DIAGRAM_COLOR_TRICK" val="1"/>
  <p:tag name="KSO_WM_DIAGRAM_COLOR_TEXT_CAN_REMOVE" val="n"/>
  <p:tag name="KSO_WM_UNIT_PRESET_TEXT" val="单击此处输入您的项正文，文字是您思想的提炼，请尽量言简意赅的阐述观点单击此处输入智能图形项正文。"/>
  <p:tag name="KSO_WM_UNIT_TEXT_FILL_FORE_SCHEMECOLOR_INDEX" val="1"/>
  <p:tag name="KSO_WM_UNIT_TEXT_FILL_TYPE" val="1"/>
  <p:tag name="KSO_WM_UNIT_TEXT_TYPE" val="1"/>
  <p:tag name="KSO_WM_DIAGRAM_MAX_ITEMCNT" val="6"/>
  <p:tag name="KSO_WM_DIAGRAM_MIN_ITEMCNT" val="2"/>
  <p:tag name="KSO_WM_DIAGRAM_VIRTUALLY_FRAME" val="{&quot;height&quot;:340.9461417322835,&quot;left&quot;:54.79409448818899,&quot;top&quot;:143.02740157480315,&quot;width&quot;:850.83818897637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37_2*l_i*1_20"/>
  <p:tag name="KSO_WM_TEMPLATE_CATEGORY" val="diagram"/>
  <p:tag name="KSO_WM_TEMPLATE_INDEX" val="20235237"/>
  <p:tag name="KSO_WM_UNIT_LAYERLEVEL" val="1_1"/>
  <p:tag name="KSO_WM_TAG_VERSION" val="3.0"/>
  <p:tag name="KSO_WM_BEAUTIFY_FLAG" val="#wm#"/>
  <p:tag name="KSO_WM_DIAGRAM_GROUP_CODE" val="l1-1"/>
  <p:tag name="KSO_WM_UNIT_TYPE" val="l_i"/>
  <p:tag name="KSO_WM_UNIT_INDEX" val="1_20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40.9461417322835,&quot;left&quot;:54.79409448818899,&quot;top&quot;:143.02740157480315,&quot;width&quot;:850.838188976378}"/>
  <p:tag name="KSO_WM_DIAGRAM_COLOR_MATCH_VALUE" val="{&quot;shape&quot;:{&quot;fill&quot;:{&quot;gradient&quot;:[{&quot;brightness&quot;:0,&quot;colorType&quot;:2,&quot;pos&quot;:0.5899999737739563,&quot;rgb&quot;:&quot;#a6a6a6&quot;,&quot;transparency&quot;:0},{&quot;brightness&quot;:0,&quot;colorType&quot;:2,&quot;pos&quot;:0.38999998569488525,&quot;rgb&quot;:&quot;#d9d9d9&quot;,&quot;transparency&quot;:0},{&quot;brightness&quot;:0,&quot;colorType&quot;:2,&quot;pos&quot;:0.09000000357627869,&quot;rgb&quot;:&quot;#808080&quot;,&quot;transparency&quot;:0},{&quot;brightness&quot;:0,&quot;colorType&quot;:2,&quot;pos&quot;:0.8700000047683716,&quot;rgb&quot;:&quot;#808080&quot;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1"/>
</p:tagLst>
</file>

<file path=ppt/tags/tag52.xml><?xml version="1.0" encoding="utf-8"?>
<p:tagLst xmlns:p="http://schemas.openxmlformats.org/presentationml/2006/main">
  <p:tag name="KSO_WM_SLIDE_ID" val="custom20235291_1"/>
  <p:tag name="KSO_WM_TEMPLATE_SUBCATEGORY" val="0"/>
  <p:tag name="KSO_WM_TEMPLATE_MASTER_TYPE" val="0"/>
  <p:tag name="KSO_WM_TEMPLATE_COLOR_TYPE" val="0"/>
  <p:tag name="KSO_WM_SLIDE_ITEM_CNT" val="4"/>
  <p:tag name="KSO_WM_SLIDE_INDEX" val="1"/>
  <p:tag name="KSO_WM_TAG_VERSION" val="3.0"/>
  <p:tag name="KSO_WM_BEAUTIFY_FLAG" val="#wm#"/>
  <p:tag name="KSO_WM_TEMPLATE_CATEGORY" val="custom"/>
  <p:tag name="KSO_WM_TEMPLATE_INDEX" val="20235291"/>
  <p:tag name="KSO_WM_SLIDE_TYPE" val="text"/>
  <p:tag name="KSO_WM_SLIDE_SUBTYPE" val="picTxt"/>
  <p:tag name="KSO_WM_SLIDE_SIZE" val="850.838*340.9"/>
  <p:tag name="KSO_WM_SLIDE_POSITION" val="54.7941*143.025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53.xml><?xml version="1.0" encoding="utf-8"?>
<p:tagLst xmlns:p="http://schemas.openxmlformats.org/presentationml/2006/main">
  <p:tag name="commondata" val="eyJoZGlkIjoiM2JiNTU2NDQ4NWRjZmUyNTAxNWM5MTc1ZmY1MDQ0NDQ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">
      <a:dk1>
        <a:srgbClr val="000000"/>
      </a:dk1>
      <a:lt1>
        <a:srgbClr val="FFFFFF"/>
      </a:lt1>
      <a:dk2>
        <a:srgbClr val="EEE4D6"/>
      </a:dk2>
      <a:lt2>
        <a:srgbClr val="FBF4EA"/>
      </a:lt2>
      <a:accent1>
        <a:srgbClr val="EAB140"/>
      </a:accent1>
      <a:accent2>
        <a:srgbClr val="E78A55"/>
      </a:accent2>
      <a:accent3>
        <a:srgbClr val="7E76A6"/>
      </a:accent3>
      <a:accent4>
        <a:srgbClr val="D98420"/>
      </a:accent4>
      <a:accent5>
        <a:srgbClr val="615996"/>
      </a:accent5>
      <a:accent6>
        <a:srgbClr val="E4B72F"/>
      </a:accent6>
      <a:hlink>
        <a:srgbClr val="304FFE"/>
      </a:hlink>
      <a:folHlink>
        <a:srgbClr val="492067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主题​​">
  <a:themeElements>
    <a:clrScheme name="">
      <a:dk1>
        <a:srgbClr val="000000"/>
      </a:dk1>
      <a:lt1>
        <a:srgbClr val="FFFFFF"/>
      </a:lt1>
      <a:dk2>
        <a:srgbClr val="EEE4D6"/>
      </a:dk2>
      <a:lt2>
        <a:srgbClr val="FBF4EA"/>
      </a:lt2>
      <a:accent1>
        <a:srgbClr val="EAB140"/>
      </a:accent1>
      <a:accent2>
        <a:srgbClr val="E78A55"/>
      </a:accent2>
      <a:accent3>
        <a:srgbClr val="7E76A6"/>
      </a:accent3>
      <a:accent4>
        <a:srgbClr val="D98420"/>
      </a:accent4>
      <a:accent5>
        <a:srgbClr val="615996"/>
      </a:accent5>
      <a:accent6>
        <a:srgbClr val="E4B72F"/>
      </a:accent6>
      <a:hlink>
        <a:srgbClr val="304FFE"/>
      </a:hlink>
      <a:folHlink>
        <a:srgbClr val="492067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2719</Words>
  <Application>WPS 演示</Application>
  <PresentationFormat>宽屏</PresentationFormat>
  <Paragraphs>187</Paragraphs>
  <Slides>22</Slides>
  <Notes>18</Notes>
  <HiddenSlides>0</HiddenSlides>
  <MMClips>1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22</vt:i4>
      </vt:variant>
    </vt:vector>
  </HeadingPairs>
  <TitlesOfParts>
    <vt:vector size="47" baseType="lpstr">
      <vt:lpstr>Arial</vt:lpstr>
      <vt:lpstr>宋体</vt:lpstr>
      <vt:lpstr>Wingdings</vt:lpstr>
      <vt:lpstr>Times New Roman</vt:lpstr>
      <vt:lpstr>仿宋</vt:lpstr>
      <vt:lpstr>方正仿宋_GBK</vt:lpstr>
      <vt:lpstr>黑体</vt:lpstr>
      <vt:lpstr>汉仪中黑KW</vt:lpstr>
      <vt:lpstr>微软雅黑</vt:lpstr>
      <vt:lpstr>汉仪旗黑</vt:lpstr>
      <vt:lpstr>宋体</vt:lpstr>
      <vt:lpstr>Arial Unicode MS</vt:lpstr>
      <vt:lpstr>等线</vt:lpstr>
      <vt:lpstr>汉仪中等线KW</vt:lpstr>
      <vt:lpstr>Calibri</vt:lpstr>
      <vt:lpstr>Helvetica Neue</vt:lpstr>
      <vt:lpstr>汉仪书宋二KW</vt:lpstr>
      <vt:lpstr>Wingdings</vt:lpstr>
      <vt:lpstr>仿宋</vt:lpstr>
      <vt:lpstr>黑体</vt:lpstr>
      <vt:lpstr>Arial</vt:lpstr>
      <vt:lpstr>宋体-简</vt:lpstr>
      <vt:lpstr>Office 主题​​</vt:lpstr>
      <vt:lpstr>1_Office 主题​​</vt:lpstr>
      <vt:lpstr>2_Office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过往提交作业的主要问题</vt:lpstr>
      <vt:lpstr>PowerPoint 演示文稿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3D Face Alignment meets Reconstruction</dc:title>
  <dc:creator>Yinglin Zheng (FA Talent)</dc:creator>
  <cp:lastModifiedBy>猫弦_</cp:lastModifiedBy>
  <cp:revision>1083</cp:revision>
  <dcterms:created xsi:type="dcterms:W3CDTF">2026-04-21T10:30:19Z</dcterms:created>
  <dcterms:modified xsi:type="dcterms:W3CDTF">2026-04-21T10:30:19Z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8A13E580AB394CECA3F925233F9EE5D6_12</vt:lpwstr>
  </property>
  <property fmtid="{D5CDD505-2E9C-101B-9397-08002B2CF9AE}" pid="3" name="KSOProductBuildVer">
    <vt:lpwstr>2052-12.1.25205.25205</vt:lpwstr>
  </property>
</Properties>
</file>