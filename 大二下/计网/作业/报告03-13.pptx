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5" r:id="rId4"/>
  </p:sldMasterIdLst>
  <p:notesMasterIdLst>
    <p:notesMasterId r:id="rId23"/>
  </p:notesMasterIdLst>
  <p:sldIdLst>
    <p:sldId id="260" r:id="rId5"/>
    <p:sldId id="261" r:id="rId6"/>
    <p:sldId id="262" r:id="rId7"/>
    <p:sldId id="282" r:id="rId8"/>
    <p:sldId id="283" r:id="rId9"/>
    <p:sldId id="265" r:id="rId10"/>
    <p:sldId id="266" r:id="rId11"/>
    <p:sldId id="284" r:id="rId12"/>
    <p:sldId id="270" r:id="rId13"/>
    <p:sldId id="273" r:id="rId14"/>
    <p:sldId id="274" r:id="rId15"/>
    <p:sldId id="275" r:id="rId16"/>
    <p:sldId id="276" r:id="rId17"/>
    <p:sldId id="286" r:id="rId18"/>
    <p:sldId id="278" r:id="rId19"/>
    <p:sldId id="279" r:id="rId20"/>
    <p:sldId id="280" r:id="rId21"/>
    <p:sldId id="281" r:id="rId2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image" Target="../media/image1.png"/><Relationship Id="rId2" Type="http://schemas.openxmlformats.org/officeDocument/2006/relationships/tags" Target="../tags/tag34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image" Target="../media/image2.png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image" Target="../media/image2.png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image" Target="../media/image1.png"/><Relationship Id="rId2" Type="http://schemas.openxmlformats.org/officeDocument/2006/relationships/tags" Target="../tags/tag123.xml"/><Relationship Id="rId13" Type="http://schemas.openxmlformats.org/officeDocument/2006/relationships/tags" Target="../tags/tag133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image" Target="NULL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3" Type="http://schemas.openxmlformats.org/officeDocument/2006/relationships/tags" Target="../tags/tag177.xml"/><Relationship Id="rId12" Type="http://schemas.openxmlformats.org/officeDocument/2006/relationships/tags" Target="../tags/tag176.xml"/><Relationship Id="rId11" Type="http://schemas.openxmlformats.org/officeDocument/2006/relationships/tags" Target="../tags/tag175.xml"/><Relationship Id="rId10" Type="http://schemas.openxmlformats.org/officeDocument/2006/relationships/tags" Target="../tags/tag174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0" Type="http://schemas.openxmlformats.org/officeDocument/2006/relationships/tags" Target="../tags/tag186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1" Type="http://schemas.openxmlformats.org/officeDocument/2006/relationships/tags" Target="../tags/tag196.xml"/><Relationship Id="rId10" Type="http://schemas.openxmlformats.org/officeDocument/2006/relationships/tags" Target="../tags/tag195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21.xml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29.xml"/><Relationship Id="rId8" Type="http://schemas.openxmlformats.org/officeDocument/2006/relationships/tags" Target="../tags/tag228.xml"/><Relationship Id="rId7" Type="http://schemas.openxmlformats.org/officeDocument/2006/relationships/tags" Target="../tags/tag227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5" Type="http://schemas.openxmlformats.org/officeDocument/2006/relationships/tags" Target="../tags/tag235.xml"/><Relationship Id="rId14" Type="http://schemas.openxmlformats.org/officeDocument/2006/relationships/tags" Target="../tags/tag234.xml"/><Relationship Id="rId13" Type="http://schemas.openxmlformats.org/officeDocument/2006/relationships/tags" Target="../tags/tag233.xml"/><Relationship Id="rId12" Type="http://schemas.openxmlformats.org/officeDocument/2006/relationships/tags" Target="../tags/tag232.xml"/><Relationship Id="rId11" Type="http://schemas.openxmlformats.org/officeDocument/2006/relationships/tags" Target="../tags/tag231.xml"/><Relationship Id="rId10" Type="http://schemas.openxmlformats.org/officeDocument/2006/relationships/tags" Target="../tags/tag230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1" Type="http://schemas.openxmlformats.org/officeDocument/2006/relationships/tags" Target="../tags/tag257.xml"/><Relationship Id="rId10" Type="http://schemas.openxmlformats.org/officeDocument/2006/relationships/tags" Target="../tags/tag256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65.xml"/><Relationship Id="rId8" Type="http://schemas.openxmlformats.org/officeDocument/2006/relationships/tags" Target="../tags/tag264.xml"/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0" Type="http://schemas.openxmlformats.org/officeDocument/2006/relationships/tags" Target="../tags/tag266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74.xml"/><Relationship Id="rId8" Type="http://schemas.openxmlformats.org/officeDocument/2006/relationships/tags" Target="../tags/tag273.xml"/><Relationship Id="rId7" Type="http://schemas.openxmlformats.org/officeDocument/2006/relationships/tags" Target="../tags/tag272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tags" Target="../tags/tag281.xml"/><Relationship Id="rId7" Type="http://schemas.openxmlformats.org/officeDocument/2006/relationships/tags" Target="../tags/tag280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1" Type="http://schemas.openxmlformats.org/officeDocument/2006/relationships/tags" Target="../tags/tag284.xml"/><Relationship Id="rId10" Type="http://schemas.openxmlformats.org/officeDocument/2006/relationships/tags" Target="../tags/tag283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7" Type="http://schemas.openxmlformats.org/officeDocument/2006/relationships/tags" Target="../tags/tag300.xml"/><Relationship Id="rId16" Type="http://schemas.openxmlformats.org/officeDocument/2006/relationships/tags" Target="../tags/tag299.xml"/><Relationship Id="rId15" Type="http://schemas.openxmlformats.org/officeDocument/2006/relationships/tags" Target="../tags/tag298.xml"/><Relationship Id="rId14" Type="http://schemas.openxmlformats.org/officeDocument/2006/relationships/tags" Target="../tags/tag297.xml"/><Relationship Id="rId13" Type="http://schemas.openxmlformats.org/officeDocument/2006/relationships/tags" Target="../tags/tag296.xml"/><Relationship Id="rId12" Type="http://schemas.openxmlformats.org/officeDocument/2006/relationships/tags" Target="../tags/tag295.xml"/><Relationship Id="rId11" Type="http://schemas.openxmlformats.org/officeDocument/2006/relationships/tags" Target="../tags/tag294.xml"/><Relationship Id="rId10" Type="http://schemas.openxmlformats.org/officeDocument/2006/relationships/tags" Target="../tags/tag293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308.xml"/><Relationship Id="rId8" Type="http://schemas.openxmlformats.org/officeDocument/2006/relationships/tags" Target="../tags/tag307.xml"/><Relationship Id="rId7" Type="http://schemas.openxmlformats.org/officeDocument/2006/relationships/tags" Target="../tags/tag306.xml"/><Relationship Id="rId6" Type="http://schemas.openxmlformats.org/officeDocument/2006/relationships/tags" Target="../tags/tag305.xml"/><Relationship Id="rId5" Type="http://schemas.openxmlformats.org/officeDocument/2006/relationships/tags" Target="../tags/tag304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316.xml"/><Relationship Id="rId8" Type="http://schemas.openxmlformats.org/officeDocument/2006/relationships/tags" Target="../tags/tag315.xml"/><Relationship Id="rId7" Type="http://schemas.openxmlformats.org/officeDocument/2006/relationships/tags" Target="../tags/tag314.xml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4" Type="http://schemas.openxmlformats.org/officeDocument/2006/relationships/tags" Target="../tags/tag311.xml"/><Relationship Id="rId3" Type="http://schemas.openxmlformats.org/officeDocument/2006/relationships/tags" Target="../tags/tag310.xml"/><Relationship Id="rId21" Type="http://schemas.openxmlformats.org/officeDocument/2006/relationships/tags" Target="../tags/tag328.xml"/><Relationship Id="rId20" Type="http://schemas.openxmlformats.org/officeDocument/2006/relationships/tags" Target="../tags/tag327.xml"/><Relationship Id="rId2" Type="http://schemas.openxmlformats.org/officeDocument/2006/relationships/tags" Target="../tags/tag309.xml"/><Relationship Id="rId19" Type="http://schemas.openxmlformats.org/officeDocument/2006/relationships/tags" Target="../tags/tag326.xml"/><Relationship Id="rId18" Type="http://schemas.openxmlformats.org/officeDocument/2006/relationships/tags" Target="../tags/tag325.xml"/><Relationship Id="rId17" Type="http://schemas.openxmlformats.org/officeDocument/2006/relationships/tags" Target="../tags/tag324.xml"/><Relationship Id="rId16" Type="http://schemas.openxmlformats.org/officeDocument/2006/relationships/tags" Target="../tags/tag323.xml"/><Relationship Id="rId15" Type="http://schemas.openxmlformats.org/officeDocument/2006/relationships/tags" Target="../tags/tag322.xml"/><Relationship Id="rId14" Type="http://schemas.openxmlformats.org/officeDocument/2006/relationships/tags" Target="../tags/tag321.xml"/><Relationship Id="rId13" Type="http://schemas.openxmlformats.org/officeDocument/2006/relationships/tags" Target="../tags/tag320.xml"/><Relationship Id="rId12" Type="http://schemas.openxmlformats.org/officeDocument/2006/relationships/tags" Target="../tags/tag319.xml"/><Relationship Id="rId11" Type="http://schemas.openxmlformats.org/officeDocument/2006/relationships/tags" Target="../tags/tag318.xml"/><Relationship Id="rId10" Type="http://schemas.openxmlformats.org/officeDocument/2006/relationships/tags" Target="../tags/tag317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11684002" y="0"/>
            <a:ext cx="508000" cy="5080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6096000" cy="6858000"/>
          </a:xfrm>
          <a:custGeom>
            <a:avLst/>
            <a:gdLst>
              <a:gd name="connisteX0" fmla="*/ 0 w 6096003"/>
              <a:gd name="connsiteY0" fmla="*/ 0 h 6858000"/>
              <a:gd name="connisteX1" fmla="*/ 6096003 w 6096003"/>
              <a:gd name="connsiteY1" fmla="*/ 0 h 6858000"/>
              <a:gd name="connisteX2" fmla="*/ 4310060 w 6096003"/>
              <a:gd name="connsiteY2" fmla="*/ 6858000 h 6858000"/>
              <a:gd name="connisteX3" fmla="*/ 0 w 6096003"/>
              <a:gd name="connsiteY3" fmla="*/ 6858000 h 6858000"/>
              <a:gd name="connisteX4" fmla="*/ 0 w 6096003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03" h="6858000">
                <a:moveTo>
                  <a:pt x="0" y="0"/>
                </a:moveTo>
                <a:lnTo>
                  <a:pt x="6096003" y="0"/>
                </a:lnTo>
                <a:lnTo>
                  <a:pt x="431006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0" y="4114772"/>
            <a:ext cx="3077210" cy="2743200"/>
          </a:xfrm>
          <a:custGeom>
            <a:avLst/>
            <a:gdLst>
              <a:gd name="connisteX0" fmla="*/ 2930487 w 3077358"/>
              <a:gd name="connsiteY0" fmla="*/ 1776020 h 2743209"/>
              <a:gd name="connisteX1" fmla="*/ 3036722 w 3077358"/>
              <a:gd name="connsiteY1" fmla="*/ 2188652 h 2743209"/>
              <a:gd name="connisteX2" fmla="*/ 2717770 w 3077358"/>
              <a:gd name="connsiteY2" fmla="*/ 2743209 h 2743209"/>
              <a:gd name="connisteX3" fmla="*/ 0 w 3077358"/>
              <a:gd name="connsiteY3" fmla="*/ 2743209 h 2743209"/>
              <a:gd name="connisteX4" fmla="*/ 0 w 3077358"/>
              <a:gd name="connsiteY4" fmla="*/ 0 h 2743209"/>
              <a:gd name="connisteX5" fmla="*/ 2930487 w 3077358"/>
              <a:gd name="connsiteY5" fmla="*/ 1776020 h 27432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077358" h="2743209">
                <a:moveTo>
                  <a:pt x="2930487" y="1776021"/>
                </a:moveTo>
                <a:cubicBezTo>
                  <a:pt x="3072119" y="1861856"/>
                  <a:pt x="3119302" y="2045092"/>
                  <a:pt x="3036722" y="2188653"/>
                </a:cubicBezTo>
                <a:lnTo>
                  <a:pt x="2717771" y="2743209"/>
                </a:lnTo>
                <a:lnTo>
                  <a:pt x="0" y="2743209"/>
                </a:lnTo>
                <a:lnTo>
                  <a:pt x="0" y="0"/>
                </a:lnTo>
                <a:lnTo>
                  <a:pt x="2930487" y="177602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 userDrawn="1">
            <p:custDataLst>
              <p:tags r:id="rId9"/>
            </p:custDataLst>
          </p:nvPr>
        </p:nvSpPr>
        <p:spPr>
          <a:xfrm>
            <a:off x="0" y="4904412"/>
            <a:ext cx="2380615" cy="1953895"/>
          </a:xfrm>
          <a:custGeom>
            <a:avLst/>
            <a:gdLst>
              <a:gd name="connisteX0" fmla="*/ 0 w 2381125"/>
              <a:gd name="connsiteY0" fmla="*/ 99422 h 1953597"/>
              <a:gd name="connisteX1" fmla="*/ 0 w 2381125"/>
              <a:gd name="connsiteY1" fmla="*/ 1953588 h 1953597"/>
              <a:gd name="connisteX2" fmla="*/ 2133596 w 2381125"/>
              <a:gd name="connsiteY2" fmla="*/ 1953588 h 1953597"/>
              <a:gd name="connisteX3" fmla="*/ 2341001 w 2381125"/>
              <a:gd name="connsiteY3" fmla="*/ 1590150 h 1953597"/>
              <a:gd name="connisteX4" fmla="*/ 2228676 w 2381125"/>
              <a:gd name="connsiteY4" fmla="*/ 1175113 h 1953597"/>
              <a:gd name="connisteX5" fmla="*/ 231142 w 2381125"/>
              <a:gd name="connsiteY5" fmla="*/ 21845 h 1953597"/>
              <a:gd name="connisteX6" fmla="*/ 0 w 2381125"/>
              <a:gd name="connsiteY6" fmla="*/ 99422 h 19535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81125" h="1953597">
                <a:moveTo>
                  <a:pt x="0" y="99423"/>
                </a:moveTo>
                <a:lnTo>
                  <a:pt x="0" y="1953588"/>
                </a:lnTo>
                <a:lnTo>
                  <a:pt x="2133597" y="1953588"/>
                </a:lnTo>
                <a:lnTo>
                  <a:pt x="2341001" y="1590151"/>
                </a:lnTo>
                <a:cubicBezTo>
                  <a:pt x="2424138" y="1444469"/>
                  <a:pt x="2373938" y="1258982"/>
                  <a:pt x="2228676" y="1175114"/>
                </a:cubicBezTo>
                <a:lnTo>
                  <a:pt x="231142" y="21845"/>
                </a:lnTo>
                <a:cubicBezTo>
                  <a:pt x="146441" y="-27066"/>
                  <a:pt x="38048" y="9318"/>
                  <a:pt x="0" y="99423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10"/>
            </p:custDataLst>
          </p:nvPr>
        </p:nvSpPr>
        <p:spPr>
          <a:xfrm>
            <a:off x="0" y="5638803"/>
            <a:ext cx="1688465" cy="1219200"/>
          </a:xfrm>
          <a:custGeom>
            <a:avLst/>
            <a:gdLst>
              <a:gd name="connisteX0" fmla="*/ 1536932 w 1689097"/>
              <a:gd name="connsiteY0" fmla="*/ 625870 h 1219196"/>
              <a:gd name="connisteX1" fmla="*/ 1646706 w 1689097"/>
              <a:gd name="connsiteY1" fmla="*/ 1043842 h 1219196"/>
              <a:gd name="connisteX2" fmla="*/ 1542949 w 1689097"/>
              <a:gd name="connsiteY2" fmla="*/ 1219196 h 1219196"/>
              <a:gd name="connisteX3" fmla="*/ 0 w 1689097"/>
              <a:gd name="connsiteY3" fmla="*/ 1219196 h 1219196"/>
              <a:gd name="connisteX4" fmla="*/ 0 w 1689097"/>
              <a:gd name="connsiteY4" fmla="*/ 326230 h 1219196"/>
              <a:gd name="connisteX5" fmla="*/ 111291 w 1689097"/>
              <a:gd name="connsiteY5" fmla="*/ 145023 h 1219196"/>
              <a:gd name="connisteX6" fmla="*/ 522707 w 1689097"/>
              <a:gd name="connsiteY6" fmla="*/ 40773 h 1219196"/>
              <a:gd name="connisteX7" fmla="*/ 1536932 w 1689097"/>
              <a:gd name="connsiteY7" fmla="*/ 625870 h 12191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pathLst>
              <a:path w="1689098" h="1219197">
                <a:moveTo>
                  <a:pt x="1536933" y="625870"/>
                </a:moveTo>
                <a:cubicBezTo>
                  <a:pt x="1683511" y="710425"/>
                  <a:pt x="1732843" y="898261"/>
                  <a:pt x="1646706" y="1043842"/>
                </a:cubicBezTo>
                <a:lnTo>
                  <a:pt x="1542949" y="1219197"/>
                </a:lnTo>
                <a:lnTo>
                  <a:pt x="0" y="1219197"/>
                </a:lnTo>
                <a:lnTo>
                  <a:pt x="0" y="326230"/>
                </a:lnTo>
                <a:lnTo>
                  <a:pt x="111292" y="145024"/>
                </a:lnTo>
                <a:cubicBezTo>
                  <a:pt x="197520" y="4645"/>
                  <a:pt x="379951" y="-41587"/>
                  <a:pt x="522708" y="40773"/>
                </a:cubicBezTo>
                <a:lnTo>
                  <a:pt x="1536933" y="62587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副标题 7"/>
          <p:cNvSpPr>
            <a:spLocks noGrp="1"/>
          </p:cNvSpPr>
          <p:nvPr>
            <p:ph type="subTitle" idx="13" hasCustomPrompt="1"/>
            <p:custDataLst>
              <p:tags r:id="rId12"/>
            </p:custDataLst>
          </p:nvPr>
        </p:nvSpPr>
        <p:spPr>
          <a:xfrm>
            <a:off x="6730999" y="2652391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THE END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3"/>
            </p:custDataLst>
          </p:nvPr>
        </p:nvSpPr>
        <p:spPr>
          <a:xfrm>
            <a:off x="6603998" y="314959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>
                <a:latin typeface="MiSans DemiBold" charset="0"/>
                <a:ea typeface="MiSans Medium" panose="00000600000000000000" charset="-122"/>
              </a:rPr>
              <a:t>谢谢观看</a:t>
            </a:r>
            <a:endParaRPr lang="zh-CN" altLang="en-US" smtClean="0">
              <a:latin typeface="MiSans DemiBold" charset="0"/>
              <a:ea typeface="MiSans Medium" panose="00000600000000000000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flipV="1">
            <a:off x="0" y="0"/>
            <a:ext cx="12191365" cy="3937000"/>
          </a:xfrm>
          <a:custGeom>
            <a:avLst/>
            <a:gdLst>
              <a:gd name="connisteX0" fmla="*/ 0 w 12191996"/>
              <a:gd name="connsiteY0" fmla="*/ 0 h 3937004"/>
              <a:gd name="connisteX1" fmla="*/ 12191996 w 12191996"/>
              <a:gd name="connsiteY1" fmla="*/ 1252682 h 3937004"/>
              <a:gd name="connisteX2" fmla="*/ 12191996 w 12191996"/>
              <a:gd name="connsiteY2" fmla="*/ 3937004 h 3937004"/>
              <a:gd name="connisteX3" fmla="*/ 0 w 12191996"/>
              <a:gd name="connsiteY3" fmla="*/ 3937004 h 3937004"/>
              <a:gd name="connisteX4" fmla="*/ 0 w 12191996"/>
              <a:gd name="connsiteY4" fmla="*/ 0 h 3937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2191997" h="3937004">
                <a:moveTo>
                  <a:pt x="0" y="0"/>
                </a:moveTo>
                <a:lnTo>
                  <a:pt x="12191997" y="1252682"/>
                </a:lnTo>
                <a:lnTo>
                  <a:pt x="12191997" y="3937004"/>
                </a:lnTo>
                <a:lnTo>
                  <a:pt x="0" y="39370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3"/>
            </p:custDataLst>
          </p:nvPr>
        </p:nvSpPr>
        <p:spPr>
          <a:xfrm>
            <a:off x="7313015" y="27"/>
            <a:ext cx="4612640" cy="2362200"/>
          </a:xfrm>
          <a:custGeom>
            <a:avLst/>
            <a:gdLst>
              <a:gd name="connisteX0" fmla="*/ 4612325 w 4612315"/>
              <a:gd name="connsiteY0" fmla="*/ 0 h 2362379"/>
              <a:gd name="connisteX1" fmla="*/ 3339745 w 4612315"/>
              <a:gd name="connsiteY1" fmla="*/ 2209647 h 2362379"/>
              <a:gd name="connisteX2" fmla="*/ 2923208 w 4612315"/>
              <a:gd name="connsiteY2" fmla="*/ 2321497 h 2362379"/>
              <a:gd name="connisteX3" fmla="*/ 152448 w 4612315"/>
              <a:gd name="connsiteY3" fmla="*/ 721790 h 2362379"/>
              <a:gd name="connisteX4" fmla="*/ 41221 w 4612315"/>
              <a:gd name="connsiteY4" fmla="*/ 304842 h 2362379"/>
              <a:gd name="connisteX5" fmla="*/ 218120 w 4612315"/>
              <a:gd name="connsiteY5" fmla="*/ 0 h 2362379"/>
              <a:gd name="connisteX6" fmla="*/ 4612325 w 4612315"/>
              <a:gd name="connsiteY6" fmla="*/ 0 h 23623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12316" h="2362380">
                <a:moveTo>
                  <a:pt x="4612325" y="0"/>
                </a:moveTo>
                <a:lnTo>
                  <a:pt x="3339745" y="2209648"/>
                </a:lnTo>
                <a:cubicBezTo>
                  <a:pt x="3255666" y="2355632"/>
                  <a:pt x="3069110" y="2405722"/>
                  <a:pt x="2923209" y="2321497"/>
                </a:cubicBezTo>
                <a:lnTo>
                  <a:pt x="152449" y="721791"/>
                </a:lnTo>
                <a:cubicBezTo>
                  <a:pt x="6437" y="637492"/>
                  <a:pt x="-43397" y="450671"/>
                  <a:pt x="41221" y="304843"/>
                </a:cubicBezTo>
                <a:lnTo>
                  <a:pt x="218121" y="0"/>
                </a:lnTo>
                <a:lnTo>
                  <a:pt x="4612325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4"/>
            </p:custDataLst>
          </p:nvPr>
        </p:nvSpPr>
        <p:spPr>
          <a:xfrm>
            <a:off x="8006011" y="27"/>
            <a:ext cx="3335655" cy="1668145"/>
          </a:xfrm>
          <a:custGeom>
            <a:avLst/>
            <a:gdLst>
              <a:gd name="connisteX0" fmla="*/ 3335118 w 3335127"/>
              <a:gd name="connsiteY0" fmla="*/ 0 h 1668523"/>
              <a:gd name="connisteX1" fmla="*/ 2460879 w 3335127"/>
              <a:gd name="connsiteY1" fmla="*/ 1515947 h 1668523"/>
              <a:gd name="connisteX2" fmla="*/ 2044442 w 3335127"/>
              <a:gd name="connsiteY2" fmla="*/ 1627632 h 1668523"/>
              <a:gd name="connisteX3" fmla="*/ 152448 w 3335127"/>
              <a:gd name="connsiteY3" fmla="*/ 535298 h 1668523"/>
              <a:gd name="connisteX4" fmla="*/ 40672 w 3335127"/>
              <a:gd name="connsiteY4" fmla="*/ 119301 h 1668523"/>
              <a:gd name="connisteX5" fmla="*/ 109325 w 3335127"/>
              <a:gd name="connsiteY5" fmla="*/ 0 h 1668523"/>
              <a:gd name="connisteX6" fmla="*/ 3335118 w 3335127"/>
              <a:gd name="connsiteY6" fmla="*/ 0 h 166852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335128" h="1668524">
                <a:moveTo>
                  <a:pt x="3335119" y="0"/>
                </a:moveTo>
                <a:lnTo>
                  <a:pt x="2460879" y="1515947"/>
                </a:lnTo>
                <a:cubicBezTo>
                  <a:pt x="2376754" y="1661821"/>
                  <a:pt x="2190281" y="1711830"/>
                  <a:pt x="2044443" y="1627632"/>
                </a:cubicBezTo>
                <a:lnTo>
                  <a:pt x="152449" y="535299"/>
                </a:lnTo>
                <a:cubicBezTo>
                  <a:pt x="6812" y="451211"/>
                  <a:pt x="-43205" y="265057"/>
                  <a:pt x="40673" y="119302"/>
                </a:cubicBezTo>
                <a:lnTo>
                  <a:pt x="109326" y="0"/>
                </a:lnTo>
                <a:lnTo>
                  <a:pt x="3335119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5"/>
            </p:custDataLst>
          </p:nvPr>
        </p:nvSpPr>
        <p:spPr>
          <a:xfrm>
            <a:off x="8677967" y="0"/>
            <a:ext cx="2078355" cy="974725"/>
          </a:xfrm>
          <a:custGeom>
            <a:avLst/>
            <a:gdLst>
              <a:gd name="connisteX0" fmla="*/ 1603107 w 2078924"/>
              <a:gd name="connsiteY0" fmla="*/ 822566 h 974805"/>
              <a:gd name="connisteX1" fmla="*/ 2078924 w 2078924"/>
              <a:gd name="connsiteY1" fmla="*/ 0 h 974805"/>
              <a:gd name="connisteX2" fmla="*/ 1025024 w 2078924"/>
              <a:gd name="connsiteY2" fmla="*/ 0 h 974805"/>
              <a:gd name="connisteX3" fmla="*/ 34235 w 2078924"/>
              <a:gd name="connsiteY3" fmla="*/ 27 h 974805"/>
              <a:gd name="connisteX4" fmla="*/ 112260 w 2078924"/>
              <a:gd name="connsiteY4" fmla="*/ 313492 h 974805"/>
              <a:gd name="connisteX5" fmla="*/ 1186863 w 2078924"/>
              <a:gd name="connsiteY5" fmla="*/ 933913 h 974805"/>
              <a:gd name="connisteX6" fmla="*/ 1603107 w 2078924"/>
              <a:gd name="connsiteY6" fmla="*/ 822566 h 9748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078925" h="974805">
                <a:moveTo>
                  <a:pt x="1603108" y="822567"/>
                </a:moveTo>
                <a:lnTo>
                  <a:pt x="2078925" y="0"/>
                </a:lnTo>
                <a:lnTo>
                  <a:pt x="1025024" y="0"/>
                </a:lnTo>
                <a:lnTo>
                  <a:pt x="34235" y="27"/>
                </a:lnTo>
                <a:cubicBezTo>
                  <a:pt x="-33202" y="107753"/>
                  <a:pt x="2185" y="249942"/>
                  <a:pt x="112261" y="313493"/>
                </a:cubicBezTo>
                <a:lnTo>
                  <a:pt x="1186864" y="933913"/>
                </a:lnTo>
                <a:cubicBezTo>
                  <a:pt x="1332564" y="1018029"/>
                  <a:pt x="1518855" y="968194"/>
                  <a:pt x="1603108" y="822567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1" name="图片 10" descr="C:/Users/Administrator/Downloads/123.png12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l="9" r="9"/>
          <a:stretch>
            <a:fillRect/>
          </a:stretch>
        </p:blipFill>
        <p:spPr>
          <a:xfrm>
            <a:off x="609600" y="913765"/>
            <a:ext cx="3377565" cy="5029200"/>
          </a:xfrm>
          <a:prstGeom prst="rect">
            <a:avLst/>
          </a:prstGeom>
        </p:spPr>
      </p:pic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3987799" y="914397"/>
            <a:ext cx="7595235" cy="5029200"/>
          </a:xfrm>
          <a:custGeom>
            <a:avLst/>
            <a:gdLst>
              <a:gd name="connisteX0" fmla="*/ 0 w 7594604"/>
              <a:gd name="connsiteY0" fmla="*/ 0 h 5029200"/>
              <a:gd name="connisteX1" fmla="*/ 7391396 w 7594604"/>
              <a:gd name="connsiteY1" fmla="*/ 0 h 5029200"/>
              <a:gd name="connisteX2" fmla="*/ 7594604 w 7594604"/>
              <a:gd name="connsiteY2" fmla="*/ 203197 h 5029200"/>
              <a:gd name="connisteX3" fmla="*/ 7594604 w 7594604"/>
              <a:gd name="connsiteY3" fmla="*/ 4826002 h 5029200"/>
              <a:gd name="connisteX4" fmla="*/ 7391396 w 7594604"/>
              <a:gd name="connsiteY4" fmla="*/ 5029200 h 5029200"/>
              <a:gd name="connisteX5" fmla="*/ 0 w 7594604"/>
              <a:gd name="connsiteY5" fmla="*/ 5029200 h 5029200"/>
              <a:gd name="connisteX6" fmla="*/ 0 w 7594604"/>
              <a:gd name="connsiteY6" fmla="*/ 0 h 502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594604" h="5029200">
                <a:moveTo>
                  <a:pt x="0" y="0"/>
                </a:moveTo>
                <a:lnTo>
                  <a:pt x="7391397" y="0"/>
                </a:lnTo>
                <a:cubicBezTo>
                  <a:pt x="7503630" y="0"/>
                  <a:pt x="7594604" y="90974"/>
                  <a:pt x="7594604" y="203198"/>
                </a:cubicBezTo>
                <a:lnTo>
                  <a:pt x="7594604" y="4826002"/>
                </a:lnTo>
                <a:cubicBezTo>
                  <a:pt x="7594604" y="4938226"/>
                  <a:pt x="7503630" y="5029200"/>
                  <a:pt x="7391397" y="5029200"/>
                </a:cubicBezTo>
                <a:lnTo>
                  <a:pt x="0" y="5029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椭圆 12"/>
          <p:cNvSpPr/>
          <p:nvPr userDrawn="1">
            <p:custDataLst>
              <p:tags r:id="rId9"/>
            </p:custDataLst>
          </p:nvPr>
        </p:nvSpPr>
        <p:spPr>
          <a:xfrm>
            <a:off x="3037207" y="2438400"/>
            <a:ext cx="1866900" cy="1866900"/>
          </a:xfrm>
          <a:prstGeom prst="ellipse">
            <a:avLst/>
          </a:prstGeom>
          <a:solidFill>
            <a:schemeClr val="accent1"/>
          </a:solidFill>
          <a:ln w="47625">
            <a:solidFill>
              <a:schemeClr val="bg1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3367409" y="2696506"/>
            <a:ext cx="1206496" cy="1350688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6400" b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5184140" y="2205355"/>
            <a:ext cx="5774690" cy="233299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>
                <a:latin typeface="MiSans DemiBold" charset="0"/>
                <a:ea typeface="MiSans Medium" panose="00000600000000000000" charset="-122"/>
              </a:rPr>
              <a:t>章节页的标题</a:t>
            </a:r>
            <a:endParaRPr lang="zh-CN" altLang="en-US" smtClean="0">
              <a:latin typeface="MiSans DemiBold" charset="0"/>
              <a:ea typeface="MiSans Medium" panose="00000600000000000000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7"/>
            </p:custDataLst>
          </p:nvPr>
        </p:nvSpPr>
        <p:spPr>
          <a:xfrm>
            <a:off x="8864596" y="0"/>
            <a:ext cx="3327400" cy="6858000"/>
          </a:xfrm>
          <a:custGeom>
            <a:avLst/>
            <a:gdLst>
              <a:gd name="connisteX0" fmla="*/ 1758226 w 3327401"/>
              <a:gd name="connsiteY0" fmla="*/ 0 h 6858000"/>
              <a:gd name="connisteX1" fmla="*/ 3327401 w 3327401"/>
              <a:gd name="connsiteY1" fmla="*/ 0 h 6858000"/>
              <a:gd name="connisteX2" fmla="*/ 3327401 w 3327401"/>
              <a:gd name="connsiteY2" fmla="*/ 6858000 h 6858000"/>
              <a:gd name="connisteX3" fmla="*/ 0 w 3327401"/>
              <a:gd name="connsiteY3" fmla="*/ 6858000 h 6858000"/>
              <a:gd name="connisteX4" fmla="*/ 1758226 w 3327401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327401" h="6858000">
                <a:moveTo>
                  <a:pt x="1758227" y="0"/>
                </a:moveTo>
                <a:lnTo>
                  <a:pt x="3327401" y="0"/>
                </a:lnTo>
                <a:lnTo>
                  <a:pt x="3327401" y="6858000"/>
                </a:lnTo>
                <a:lnTo>
                  <a:pt x="0" y="6858000"/>
                </a:lnTo>
                <a:lnTo>
                  <a:pt x="175822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8"/>
            </p:custDataLst>
          </p:nvPr>
        </p:nvSpPr>
        <p:spPr>
          <a:xfrm>
            <a:off x="9924203" y="4114800"/>
            <a:ext cx="2267585" cy="2742565"/>
          </a:xfrm>
          <a:custGeom>
            <a:avLst/>
            <a:gdLst>
              <a:gd name="connisteX0" fmla="*/ 2267785 w 2267794"/>
              <a:gd name="connsiteY0" fmla="*/ 195937 h 2743172"/>
              <a:gd name="connisteX1" fmla="*/ 2267785 w 2267794"/>
              <a:gd name="connsiteY1" fmla="*/ 2743172 h 2743172"/>
              <a:gd name="connisteX2" fmla="*/ 502517 w 2267794"/>
              <a:gd name="connsiteY2" fmla="*/ 2743172 h 2743172"/>
              <a:gd name="connisteX3" fmla="*/ 10652 w 2267794"/>
              <a:gd name="connsiteY3" fmla="*/ 924888 h 2743172"/>
              <a:gd name="connisteX4" fmla="*/ 225481 w 2267794"/>
              <a:gd name="connsiteY4" fmla="*/ 551026 h 2743172"/>
              <a:gd name="connisteX5" fmla="*/ 2267785 w 2267794"/>
              <a:gd name="connsiteY5" fmla="*/ 0 h 2743172"/>
              <a:gd name="connisteX6" fmla="*/ 2267785 w 2267794"/>
              <a:gd name="connsiteY6" fmla="*/ 195937 h 274317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267794" h="2743173">
                <a:moveTo>
                  <a:pt x="2267785" y="195938"/>
                </a:moveTo>
                <a:lnTo>
                  <a:pt x="2267785" y="2743173"/>
                </a:lnTo>
                <a:lnTo>
                  <a:pt x="502518" y="2743173"/>
                </a:lnTo>
                <a:lnTo>
                  <a:pt x="10653" y="924888"/>
                </a:lnTo>
                <a:cubicBezTo>
                  <a:pt x="-33330" y="762317"/>
                  <a:pt x="62874" y="594899"/>
                  <a:pt x="225482" y="551027"/>
                </a:cubicBezTo>
                <a:lnTo>
                  <a:pt x="2267785" y="0"/>
                </a:lnTo>
                <a:lnTo>
                  <a:pt x="2267785" y="195938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9"/>
            </p:custDataLst>
          </p:nvPr>
        </p:nvSpPr>
        <p:spPr>
          <a:xfrm>
            <a:off x="10545958" y="4648197"/>
            <a:ext cx="1645920" cy="2210435"/>
          </a:xfrm>
          <a:custGeom>
            <a:avLst/>
            <a:gdLst>
              <a:gd name="connisteX0" fmla="*/ 401430 w 1646038"/>
              <a:gd name="connsiteY0" fmla="*/ 2209803 h 2209803"/>
              <a:gd name="connisteX1" fmla="*/ 1646038 w 1646038"/>
              <a:gd name="connsiteY1" fmla="*/ 2209803 h 2209803"/>
              <a:gd name="connisteX2" fmla="*/ 1646038 w 1646038"/>
              <a:gd name="connsiteY2" fmla="*/ 1591056 h 2209803"/>
              <a:gd name="connisteX3" fmla="*/ 1646038 w 1646038"/>
              <a:gd name="connsiteY3" fmla="*/ 0 h 2209803"/>
              <a:gd name="connisteX4" fmla="*/ 226487 w 1646038"/>
              <a:gd name="connsiteY4" fmla="*/ 377766 h 2209803"/>
              <a:gd name="connisteX5" fmla="*/ 10469 w 1646038"/>
              <a:gd name="connsiteY5" fmla="*/ 751234 h 2209803"/>
              <a:gd name="connisteX6" fmla="*/ 401430 w 1646038"/>
              <a:gd name="connsiteY6" fmla="*/ 2209803 h 22098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46039" h="2209803">
                <a:moveTo>
                  <a:pt x="401431" y="2209803"/>
                </a:moveTo>
                <a:lnTo>
                  <a:pt x="1646039" y="2209803"/>
                </a:lnTo>
                <a:lnTo>
                  <a:pt x="1646039" y="1591056"/>
                </a:lnTo>
                <a:lnTo>
                  <a:pt x="1646039" y="0"/>
                </a:lnTo>
                <a:lnTo>
                  <a:pt x="226488" y="377766"/>
                </a:lnTo>
                <a:cubicBezTo>
                  <a:pt x="63606" y="421109"/>
                  <a:pt x="-33174" y="588426"/>
                  <a:pt x="10470" y="751234"/>
                </a:cubicBezTo>
                <a:lnTo>
                  <a:pt x="401431" y="2209803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10"/>
            </p:custDataLst>
          </p:nvPr>
        </p:nvSpPr>
        <p:spPr>
          <a:xfrm>
            <a:off x="11166827" y="5168920"/>
            <a:ext cx="1024890" cy="1689100"/>
          </a:xfrm>
          <a:custGeom>
            <a:avLst/>
            <a:gdLst>
              <a:gd name="connisteX0" fmla="*/ 1025161 w 1025161"/>
              <a:gd name="connsiteY0" fmla="*/ 1689070 h 1689079"/>
              <a:gd name="connisteX1" fmla="*/ 301258 w 1025161"/>
              <a:gd name="connsiteY1" fmla="*/ 1689070 h 1689079"/>
              <a:gd name="connisteX2" fmla="*/ 10195 w 1025161"/>
              <a:gd name="connsiteY2" fmla="*/ 587950 h 1689079"/>
              <a:gd name="connisteX3" fmla="*/ 225463 w 1025161"/>
              <a:gd name="connsiteY3" fmla="*/ 215780 h 1689079"/>
              <a:gd name="connisteX4" fmla="*/ 1025161 w 1025161"/>
              <a:gd name="connsiteY4" fmla="*/ 0 h 1689079"/>
              <a:gd name="connisteX5" fmla="*/ 1025161 w 1025161"/>
              <a:gd name="connsiteY5" fmla="*/ 1689070 h 16890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025161" h="1689080">
                <a:moveTo>
                  <a:pt x="1025161" y="1689071"/>
                </a:moveTo>
                <a:lnTo>
                  <a:pt x="301258" y="1689071"/>
                </a:lnTo>
                <a:lnTo>
                  <a:pt x="10196" y="587950"/>
                </a:lnTo>
                <a:cubicBezTo>
                  <a:pt x="-32672" y="425800"/>
                  <a:pt x="63533" y="259479"/>
                  <a:pt x="225464" y="215780"/>
                </a:cubicBezTo>
                <a:lnTo>
                  <a:pt x="1025161" y="0"/>
                </a:lnTo>
                <a:lnTo>
                  <a:pt x="1025161" y="168907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矩形 11"/>
          <p:cNvSpPr/>
          <p:nvPr userDrawn="1">
            <p:custDataLst>
              <p:tags r:id="rId11"/>
            </p:custDataLst>
          </p:nvPr>
        </p:nvSpPr>
        <p:spPr>
          <a:xfrm>
            <a:off x="0" y="6349996"/>
            <a:ext cx="508000" cy="50863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 userDrawn="1">
            <p:custDataLst>
              <p:tags r:id="rId12"/>
            </p:custDataLst>
          </p:nvPr>
        </p:nvSpPr>
        <p:spPr>
          <a:xfrm>
            <a:off x="1015999" y="1945642"/>
            <a:ext cx="1752614" cy="38100"/>
          </a:xfrm>
          <a:custGeom>
            <a:avLst/>
            <a:gdLst>
              <a:gd name="connisteX0" fmla="*/ 0 w 1574797"/>
              <a:gd name="connsiteY0" fmla="*/ 25402 h 50804"/>
              <a:gd name="connisteX1" fmla="*/ 25402 w 1574797"/>
              <a:gd name="connsiteY1" fmla="*/ 0 h 50804"/>
              <a:gd name="connisteX2" fmla="*/ 1549395 w 1574797"/>
              <a:gd name="connsiteY2" fmla="*/ 0 h 50804"/>
              <a:gd name="connisteX3" fmla="*/ 1574797 w 1574797"/>
              <a:gd name="connsiteY3" fmla="*/ 25402 h 50804"/>
              <a:gd name="connisteX4" fmla="*/ 1574797 w 1574797"/>
              <a:gd name="connsiteY4" fmla="*/ 25402 h 50804"/>
              <a:gd name="connisteX5" fmla="*/ 1549395 w 1574797"/>
              <a:gd name="connsiteY5" fmla="*/ 50804 h 50804"/>
              <a:gd name="connisteX6" fmla="*/ 25402 w 1574797"/>
              <a:gd name="connsiteY6" fmla="*/ 50804 h 50804"/>
              <a:gd name="connisteX7" fmla="*/ 0 w 1574797"/>
              <a:gd name="connsiteY7" fmla="*/ 25402 h 50804"/>
              <a:gd name="connisteX8" fmla="*/ 0 w 1574797"/>
              <a:gd name="connsiteY8" fmla="*/ 25402 h 508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74798" h="50804">
                <a:moveTo>
                  <a:pt x="0" y="25402"/>
                </a:moveTo>
                <a:cubicBezTo>
                  <a:pt x="0" y="11375"/>
                  <a:pt x="11375" y="0"/>
                  <a:pt x="25402" y="0"/>
                </a:cubicBezTo>
                <a:lnTo>
                  <a:pt x="1549396" y="0"/>
                </a:lnTo>
                <a:cubicBezTo>
                  <a:pt x="1563432" y="0"/>
                  <a:pt x="1574798" y="11375"/>
                  <a:pt x="1574798" y="25402"/>
                </a:cubicBezTo>
                <a:lnTo>
                  <a:pt x="1574798" y="25402"/>
                </a:lnTo>
                <a:cubicBezTo>
                  <a:pt x="1574798" y="39429"/>
                  <a:pt x="1563432" y="50804"/>
                  <a:pt x="1549396" y="50804"/>
                </a:cubicBezTo>
                <a:lnTo>
                  <a:pt x="25402" y="50804"/>
                </a:lnTo>
                <a:cubicBezTo>
                  <a:pt x="11375" y="50804"/>
                  <a:pt x="0" y="39429"/>
                  <a:pt x="0" y="25402"/>
                </a:cubicBezTo>
                <a:lnTo>
                  <a:pt x="0" y="25402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1015999" y="141223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20XX YEAR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1016000" y="2392680"/>
            <a:ext cx="8572500" cy="2555875"/>
          </a:xfrm>
          <a:noFill/>
        </p:spPr>
        <p:txBody>
          <a:bodyPr lIns="0" tIns="0" rIns="0" bIns="0" anchor="t">
            <a:normAutofit/>
          </a:bodyPr>
          <a:lstStyle>
            <a:lvl1pPr algn="l">
              <a:lnSpc>
                <a:spcPct val="111000"/>
              </a:lnSpc>
              <a:buNone/>
              <a:defRPr sz="60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smtClean="0">
                <a:latin typeface="MiSans DemiBold" charset="0"/>
                <a:ea typeface="MiSans Medium" panose="00000600000000000000" charset="-122"/>
              </a:rPr>
              <a:t>高校毕业论文答辩
通用模板</a:t>
            </a:r>
            <a:endParaRPr lang="zh-CN" altLang="en-US" smtClean="0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5" hasCustomPrompt="1"/>
            <p:custDataLst>
              <p:tags r:id="rId15"/>
            </p:custDataLst>
          </p:nvPr>
        </p:nvSpPr>
        <p:spPr>
          <a:xfrm>
            <a:off x="1015999" y="532129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BY WPS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flipV="1">
            <a:off x="0" y="0"/>
            <a:ext cx="12191365" cy="3937000"/>
          </a:xfrm>
          <a:custGeom>
            <a:avLst/>
            <a:gdLst>
              <a:gd name="connisteX0" fmla="*/ 0 w 12191996"/>
              <a:gd name="connsiteY0" fmla="*/ 0 h 3937004"/>
              <a:gd name="connisteX1" fmla="*/ 12191996 w 12191996"/>
              <a:gd name="connsiteY1" fmla="*/ 1252682 h 3937004"/>
              <a:gd name="connisteX2" fmla="*/ 12191996 w 12191996"/>
              <a:gd name="connsiteY2" fmla="*/ 3937004 h 3937004"/>
              <a:gd name="connisteX3" fmla="*/ 0 w 12191996"/>
              <a:gd name="connsiteY3" fmla="*/ 3937004 h 3937004"/>
              <a:gd name="connisteX4" fmla="*/ 0 w 12191996"/>
              <a:gd name="connsiteY4" fmla="*/ 0 h 3937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2191997" h="3937004">
                <a:moveTo>
                  <a:pt x="0" y="0"/>
                </a:moveTo>
                <a:lnTo>
                  <a:pt x="12191997" y="1252682"/>
                </a:lnTo>
                <a:lnTo>
                  <a:pt x="12191997" y="3937004"/>
                </a:lnTo>
                <a:lnTo>
                  <a:pt x="0" y="39370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>
            <p:custDataLst>
              <p:tags r:id="rId3"/>
            </p:custDataLst>
          </p:nvPr>
        </p:nvSpPr>
        <p:spPr>
          <a:xfrm>
            <a:off x="7313015" y="27"/>
            <a:ext cx="4612640" cy="2362200"/>
          </a:xfrm>
          <a:custGeom>
            <a:avLst/>
            <a:gdLst>
              <a:gd name="connisteX0" fmla="*/ 4612325 w 4612315"/>
              <a:gd name="connsiteY0" fmla="*/ 0 h 2362379"/>
              <a:gd name="connisteX1" fmla="*/ 3339745 w 4612315"/>
              <a:gd name="connsiteY1" fmla="*/ 2209647 h 2362379"/>
              <a:gd name="connisteX2" fmla="*/ 2923208 w 4612315"/>
              <a:gd name="connsiteY2" fmla="*/ 2321497 h 2362379"/>
              <a:gd name="connisteX3" fmla="*/ 152448 w 4612315"/>
              <a:gd name="connsiteY3" fmla="*/ 721790 h 2362379"/>
              <a:gd name="connisteX4" fmla="*/ 41221 w 4612315"/>
              <a:gd name="connsiteY4" fmla="*/ 304842 h 2362379"/>
              <a:gd name="connisteX5" fmla="*/ 218120 w 4612315"/>
              <a:gd name="connsiteY5" fmla="*/ 0 h 2362379"/>
              <a:gd name="connisteX6" fmla="*/ 4612325 w 4612315"/>
              <a:gd name="connsiteY6" fmla="*/ 0 h 23623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12316" h="2362380">
                <a:moveTo>
                  <a:pt x="4612325" y="0"/>
                </a:moveTo>
                <a:lnTo>
                  <a:pt x="3339745" y="2209648"/>
                </a:lnTo>
                <a:cubicBezTo>
                  <a:pt x="3255666" y="2355632"/>
                  <a:pt x="3069110" y="2405722"/>
                  <a:pt x="2923209" y="2321497"/>
                </a:cubicBezTo>
                <a:lnTo>
                  <a:pt x="152449" y="721791"/>
                </a:lnTo>
                <a:cubicBezTo>
                  <a:pt x="6437" y="637492"/>
                  <a:pt x="-43397" y="450671"/>
                  <a:pt x="41221" y="304843"/>
                </a:cubicBezTo>
                <a:lnTo>
                  <a:pt x="218121" y="0"/>
                </a:lnTo>
                <a:lnTo>
                  <a:pt x="4612325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4"/>
            </p:custDataLst>
          </p:nvPr>
        </p:nvSpPr>
        <p:spPr>
          <a:xfrm>
            <a:off x="8006011" y="27"/>
            <a:ext cx="3335655" cy="1668145"/>
          </a:xfrm>
          <a:custGeom>
            <a:avLst/>
            <a:gdLst>
              <a:gd name="connisteX0" fmla="*/ 3335118 w 3335127"/>
              <a:gd name="connsiteY0" fmla="*/ 0 h 1668523"/>
              <a:gd name="connisteX1" fmla="*/ 2460879 w 3335127"/>
              <a:gd name="connsiteY1" fmla="*/ 1515947 h 1668523"/>
              <a:gd name="connisteX2" fmla="*/ 2044442 w 3335127"/>
              <a:gd name="connsiteY2" fmla="*/ 1627632 h 1668523"/>
              <a:gd name="connisteX3" fmla="*/ 152448 w 3335127"/>
              <a:gd name="connsiteY3" fmla="*/ 535298 h 1668523"/>
              <a:gd name="connisteX4" fmla="*/ 40672 w 3335127"/>
              <a:gd name="connsiteY4" fmla="*/ 119301 h 1668523"/>
              <a:gd name="connisteX5" fmla="*/ 109325 w 3335127"/>
              <a:gd name="connsiteY5" fmla="*/ 0 h 1668523"/>
              <a:gd name="connisteX6" fmla="*/ 3335118 w 3335127"/>
              <a:gd name="connsiteY6" fmla="*/ 0 h 166852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335128" h="1668524">
                <a:moveTo>
                  <a:pt x="3335119" y="0"/>
                </a:moveTo>
                <a:lnTo>
                  <a:pt x="2460879" y="1515947"/>
                </a:lnTo>
                <a:cubicBezTo>
                  <a:pt x="2376754" y="1661821"/>
                  <a:pt x="2190281" y="1711830"/>
                  <a:pt x="2044443" y="1627632"/>
                </a:cubicBezTo>
                <a:lnTo>
                  <a:pt x="152449" y="535299"/>
                </a:lnTo>
                <a:cubicBezTo>
                  <a:pt x="6812" y="451211"/>
                  <a:pt x="-43205" y="265057"/>
                  <a:pt x="40673" y="119302"/>
                </a:cubicBezTo>
                <a:lnTo>
                  <a:pt x="109326" y="0"/>
                </a:lnTo>
                <a:lnTo>
                  <a:pt x="3335119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5"/>
            </p:custDataLst>
          </p:nvPr>
        </p:nvSpPr>
        <p:spPr>
          <a:xfrm>
            <a:off x="8677967" y="0"/>
            <a:ext cx="2078355" cy="974725"/>
          </a:xfrm>
          <a:custGeom>
            <a:avLst/>
            <a:gdLst>
              <a:gd name="connisteX0" fmla="*/ 1603107 w 2078924"/>
              <a:gd name="connsiteY0" fmla="*/ 822566 h 974805"/>
              <a:gd name="connisteX1" fmla="*/ 2078924 w 2078924"/>
              <a:gd name="connsiteY1" fmla="*/ 0 h 974805"/>
              <a:gd name="connisteX2" fmla="*/ 1025024 w 2078924"/>
              <a:gd name="connsiteY2" fmla="*/ 0 h 974805"/>
              <a:gd name="connisteX3" fmla="*/ 34235 w 2078924"/>
              <a:gd name="connsiteY3" fmla="*/ 27 h 974805"/>
              <a:gd name="connisteX4" fmla="*/ 112260 w 2078924"/>
              <a:gd name="connsiteY4" fmla="*/ 313492 h 974805"/>
              <a:gd name="connisteX5" fmla="*/ 1186863 w 2078924"/>
              <a:gd name="connsiteY5" fmla="*/ 933913 h 974805"/>
              <a:gd name="connisteX6" fmla="*/ 1603107 w 2078924"/>
              <a:gd name="connsiteY6" fmla="*/ 822566 h 9748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078925" h="974805">
                <a:moveTo>
                  <a:pt x="1603108" y="822567"/>
                </a:moveTo>
                <a:lnTo>
                  <a:pt x="2078925" y="0"/>
                </a:lnTo>
                <a:lnTo>
                  <a:pt x="1025024" y="0"/>
                </a:lnTo>
                <a:lnTo>
                  <a:pt x="34235" y="27"/>
                </a:lnTo>
                <a:cubicBezTo>
                  <a:pt x="-33202" y="107753"/>
                  <a:pt x="2185" y="249942"/>
                  <a:pt x="112261" y="313493"/>
                </a:cubicBezTo>
                <a:lnTo>
                  <a:pt x="1186864" y="933913"/>
                </a:lnTo>
                <a:cubicBezTo>
                  <a:pt x="1332564" y="1018029"/>
                  <a:pt x="1518855" y="968194"/>
                  <a:pt x="1603108" y="822567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C:/Users/Administrator/Downloads/123.png12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l="9" r="9"/>
          <a:stretch>
            <a:fillRect/>
          </a:stretch>
        </p:blipFill>
        <p:spPr>
          <a:xfrm>
            <a:off x="609600" y="913765"/>
            <a:ext cx="3377565" cy="5029200"/>
          </a:xfrm>
          <a:prstGeom prst="rect">
            <a:avLst/>
          </a:prstGeom>
        </p:spPr>
      </p:pic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3987799" y="914397"/>
            <a:ext cx="7595235" cy="5029200"/>
          </a:xfrm>
          <a:custGeom>
            <a:avLst/>
            <a:gdLst>
              <a:gd name="connisteX0" fmla="*/ 0 w 7594604"/>
              <a:gd name="connsiteY0" fmla="*/ 0 h 5029200"/>
              <a:gd name="connisteX1" fmla="*/ 7391396 w 7594604"/>
              <a:gd name="connsiteY1" fmla="*/ 0 h 5029200"/>
              <a:gd name="connisteX2" fmla="*/ 7594604 w 7594604"/>
              <a:gd name="connsiteY2" fmla="*/ 203197 h 5029200"/>
              <a:gd name="connisteX3" fmla="*/ 7594604 w 7594604"/>
              <a:gd name="connsiteY3" fmla="*/ 4826002 h 5029200"/>
              <a:gd name="connisteX4" fmla="*/ 7391396 w 7594604"/>
              <a:gd name="connsiteY4" fmla="*/ 5029200 h 5029200"/>
              <a:gd name="connisteX5" fmla="*/ 0 w 7594604"/>
              <a:gd name="connsiteY5" fmla="*/ 5029200 h 5029200"/>
              <a:gd name="connisteX6" fmla="*/ 0 w 7594604"/>
              <a:gd name="connsiteY6" fmla="*/ 0 h 502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594604" h="5029200">
                <a:moveTo>
                  <a:pt x="0" y="0"/>
                </a:moveTo>
                <a:lnTo>
                  <a:pt x="7391397" y="0"/>
                </a:lnTo>
                <a:cubicBezTo>
                  <a:pt x="7503630" y="0"/>
                  <a:pt x="7594604" y="90974"/>
                  <a:pt x="7594604" y="203198"/>
                </a:cubicBezTo>
                <a:lnTo>
                  <a:pt x="7594604" y="4826002"/>
                </a:lnTo>
                <a:cubicBezTo>
                  <a:pt x="7594604" y="4938226"/>
                  <a:pt x="7503630" y="5029200"/>
                  <a:pt x="7391397" y="5029200"/>
                </a:cubicBezTo>
                <a:lnTo>
                  <a:pt x="0" y="5029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9"/>
            </p:custDataLst>
          </p:nvPr>
        </p:nvSpPr>
        <p:spPr>
          <a:xfrm>
            <a:off x="3037207" y="2438400"/>
            <a:ext cx="1866900" cy="1866900"/>
          </a:xfrm>
          <a:prstGeom prst="ellipse">
            <a:avLst/>
          </a:prstGeom>
          <a:solidFill>
            <a:schemeClr val="accent1"/>
          </a:solidFill>
          <a:ln w="47625">
            <a:solidFill>
              <a:schemeClr val="bg1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3367409" y="2696506"/>
            <a:ext cx="1206496" cy="1350688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6400" b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标题 14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5184140" y="2205355"/>
            <a:ext cx="5774690" cy="233299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11684002" y="0"/>
            <a:ext cx="508000" cy="5080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6096000" cy="6858000"/>
          </a:xfrm>
          <a:custGeom>
            <a:avLst/>
            <a:gdLst>
              <a:gd name="connisteX0" fmla="*/ 0 w 6096003"/>
              <a:gd name="connsiteY0" fmla="*/ 0 h 6858000"/>
              <a:gd name="connisteX1" fmla="*/ 6096003 w 6096003"/>
              <a:gd name="connsiteY1" fmla="*/ 0 h 6858000"/>
              <a:gd name="connisteX2" fmla="*/ 4310060 w 6096003"/>
              <a:gd name="connsiteY2" fmla="*/ 6858000 h 6858000"/>
              <a:gd name="connisteX3" fmla="*/ 0 w 6096003"/>
              <a:gd name="connsiteY3" fmla="*/ 6858000 h 6858000"/>
              <a:gd name="connisteX4" fmla="*/ 0 w 6096003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03" h="6858000">
                <a:moveTo>
                  <a:pt x="0" y="0"/>
                </a:moveTo>
                <a:lnTo>
                  <a:pt x="6096003" y="0"/>
                </a:lnTo>
                <a:lnTo>
                  <a:pt x="431006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0" y="4114772"/>
            <a:ext cx="3077210" cy="2743200"/>
          </a:xfrm>
          <a:custGeom>
            <a:avLst/>
            <a:gdLst>
              <a:gd name="connisteX0" fmla="*/ 2930487 w 3077358"/>
              <a:gd name="connsiteY0" fmla="*/ 1776020 h 2743209"/>
              <a:gd name="connisteX1" fmla="*/ 3036722 w 3077358"/>
              <a:gd name="connsiteY1" fmla="*/ 2188652 h 2743209"/>
              <a:gd name="connisteX2" fmla="*/ 2717770 w 3077358"/>
              <a:gd name="connsiteY2" fmla="*/ 2743209 h 2743209"/>
              <a:gd name="connisteX3" fmla="*/ 0 w 3077358"/>
              <a:gd name="connsiteY3" fmla="*/ 2743209 h 2743209"/>
              <a:gd name="connisteX4" fmla="*/ 0 w 3077358"/>
              <a:gd name="connsiteY4" fmla="*/ 0 h 2743209"/>
              <a:gd name="connisteX5" fmla="*/ 2930487 w 3077358"/>
              <a:gd name="connsiteY5" fmla="*/ 1776020 h 27432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077358" h="2743209">
                <a:moveTo>
                  <a:pt x="2930487" y="1776021"/>
                </a:moveTo>
                <a:cubicBezTo>
                  <a:pt x="3072119" y="1861856"/>
                  <a:pt x="3119302" y="2045092"/>
                  <a:pt x="3036722" y="2188653"/>
                </a:cubicBezTo>
                <a:lnTo>
                  <a:pt x="2717771" y="2743209"/>
                </a:lnTo>
                <a:lnTo>
                  <a:pt x="0" y="2743209"/>
                </a:lnTo>
                <a:lnTo>
                  <a:pt x="0" y="0"/>
                </a:lnTo>
                <a:lnTo>
                  <a:pt x="2930487" y="177602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 userDrawn="1">
            <p:custDataLst>
              <p:tags r:id="rId9"/>
            </p:custDataLst>
          </p:nvPr>
        </p:nvSpPr>
        <p:spPr>
          <a:xfrm>
            <a:off x="0" y="4904412"/>
            <a:ext cx="2380615" cy="1953895"/>
          </a:xfrm>
          <a:custGeom>
            <a:avLst/>
            <a:gdLst>
              <a:gd name="connisteX0" fmla="*/ 0 w 2381125"/>
              <a:gd name="connsiteY0" fmla="*/ 99422 h 1953597"/>
              <a:gd name="connisteX1" fmla="*/ 0 w 2381125"/>
              <a:gd name="connsiteY1" fmla="*/ 1953588 h 1953597"/>
              <a:gd name="connisteX2" fmla="*/ 2133596 w 2381125"/>
              <a:gd name="connsiteY2" fmla="*/ 1953588 h 1953597"/>
              <a:gd name="connisteX3" fmla="*/ 2341001 w 2381125"/>
              <a:gd name="connsiteY3" fmla="*/ 1590150 h 1953597"/>
              <a:gd name="connisteX4" fmla="*/ 2228676 w 2381125"/>
              <a:gd name="connsiteY4" fmla="*/ 1175113 h 1953597"/>
              <a:gd name="connisteX5" fmla="*/ 231142 w 2381125"/>
              <a:gd name="connsiteY5" fmla="*/ 21845 h 1953597"/>
              <a:gd name="connisteX6" fmla="*/ 0 w 2381125"/>
              <a:gd name="connsiteY6" fmla="*/ 99422 h 19535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81125" h="1953597">
                <a:moveTo>
                  <a:pt x="0" y="99423"/>
                </a:moveTo>
                <a:lnTo>
                  <a:pt x="0" y="1953588"/>
                </a:lnTo>
                <a:lnTo>
                  <a:pt x="2133597" y="1953588"/>
                </a:lnTo>
                <a:lnTo>
                  <a:pt x="2341001" y="1590151"/>
                </a:lnTo>
                <a:cubicBezTo>
                  <a:pt x="2424138" y="1444469"/>
                  <a:pt x="2373938" y="1258982"/>
                  <a:pt x="2228676" y="1175114"/>
                </a:cubicBezTo>
                <a:lnTo>
                  <a:pt x="231142" y="21845"/>
                </a:lnTo>
                <a:cubicBezTo>
                  <a:pt x="146441" y="-27066"/>
                  <a:pt x="38048" y="9318"/>
                  <a:pt x="0" y="99423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 userDrawn="1">
            <p:custDataLst>
              <p:tags r:id="rId10"/>
            </p:custDataLst>
          </p:nvPr>
        </p:nvSpPr>
        <p:spPr>
          <a:xfrm>
            <a:off x="0" y="5638803"/>
            <a:ext cx="1688465" cy="1219200"/>
          </a:xfrm>
          <a:custGeom>
            <a:avLst/>
            <a:gdLst>
              <a:gd name="connisteX0" fmla="*/ 1536932 w 1689097"/>
              <a:gd name="connsiteY0" fmla="*/ 625870 h 1219196"/>
              <a:gd name="connisteX1" fmla="*/ 1646706 w 1689097"/>
              <a:gd name="connsiteY1" fmla="*/ 1043842 h 1219196"/>
              <a:gd name="connisteX2" fmla="*/ 1542949 w 1689097"/>
              <a:gd name="connsiteY2" fmla="*/ 1219196 h 1219196"/>
              <a:gd name="connisteX3" fmla="*/ 0 w 1689097"/>
              <a:gd name="connsiteY3" fmla="*/ 1219196 h 1219196"/>
              <a:gd name="connisteX4" fmla="*/ 0 w 1689097"/>
              <a:gd name="connsiteY4" fmla="*/ 326230 h 1219196"/>
              <a:gd name="connisteX5" fmla="*/ 111291 w 1689097"/>
              <a:gd name="connsiteY5" fmla="*/ 145023 h 1219196"/>
              <a:gd name="connisteX6" fmla="*/ 522707 w 1689097"/>
              <a:gd name="connsiteY6" fmla="*/ 40773 h 1219196"/>
              <a:gd name="connisteX7" fmla="*/ 1536932 w 1689097"/>
              <a:gd name="connsiteY7" fmla="*/ 625870 h 12191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pathLst>
              <a:path w="1689098" h="1219197">
                <a:moveTo>
                  <a:pt x="1536933" y="625870"/>
                </a:moveTo>
                <a:cubicBezTo>
                  <a:pt x="1683511" y="710425"/>
                  <a:pt x="1732843" y="898261"/>
                  <a:pt x="1646706" y="1043842"/>
                </a:cubicBezTo>
                <a:lnTo>
                  <a:pt x="1542949" y="1219197"/>
                </a:lnTo>
                <a:lnTo>
                  <a:pt x="0" y="1219197"/>
                </a:lnTo>
                <a:lnTo>
                  <a:pt x="0" y="326230"/>
                </a:lnTo>
                <a:lnTo>
                  <a:pt x="111292" y="145024"/>
                </a:lnTo>
                <a:cubicBezTo>
                  <a:pt x="197520" y="4645"/>
                  <a:pt x="379951" y="-41587"/>
                  <a:pt x="522708" y="40773"/>
                </a:cubicBezTo>
                <a:lnTo>
                  <a:pt x="1536933" y="62587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副标题 7"/>
          <p:cNvSpPr>
            <a:spLocks noGrp="1"/>
          </p:cNvSpPr>
          <p:nvPr>
            <p:ph type="subTitle" idx="13" hasCustomPrompt="1"/>
            <p:custDataLst>
              <p:tags r:id="rId12"/>
            </p:custDataLst>
          </p:nvPr>
        </p:nvSpPr>
        <p:spPr>
          <a:xfrm>
            <a:off x="6730999" y="2652391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3"/>
            </p:custDataLst>
          </p:nvPr>
        </p:nvSpPr>
        <p:spPr>
          <a:xfrm>
            <a:off x="6603998" y="314959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C:/Users/win10/AppData/Local/Temp/figmazip/slide_61be7466cc40d4ab\datas\氛围图-6002&amp;64584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0" y="0"/>
            <a:ext cx="358140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825502" y="2059302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  <p:custDataLst>
              <p:tags r:id="rId9"/>
            </p:custDataLst>
          </p:nvPr>
        </p:nvSpPr>
        <p:spPr>
          <a:xfrm>
            <a:off x="825502" y="1549396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9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2438400" y="2108200"/>
            <a:ext cx="1524000" cy="1524000"/>
          </a:xfrm>
          <a:custGeom>
            <a:avLst/>
            <a:gdLst>
              <a:gd name="connisteX0" fmla="*/ 0 w 1524000"/>
              <a:gd name="connsiteY0" fmla="*/ 304800 h 1524000"/>
              <a:gd name="connisteX1" fmla="*/ 304800 w 1524000"/>
              <a:gd name="connsiteY1" fmla="*/ 0 h 1524000"/>
              <a:gd name="connisteX2" fmla="*/ 1219200 w 1524000"/>
              <a:gd name="connsiteY2" fmla="*/ 0 h 1524000"/>
              <a:gd name="connisteX3" fmla="*/ 1524000 w 1524000"/>
              <a:gd name="connsiteY3" fmla="*/ 304800 h 1524000"/>
              <a:gd name="connisteX4" fmla="*/ 1524000 w 1524000"/>
              <a:gd name="connsiteY4" fmla="*/ 1219200 h 1524000"/>
              <a:gd name="connisteX5" fmla="*/ 1219200 w 1524000"/>
              <a:gd name="connsiteY5" fmla="*/ 1524000 h 1524000"/>
              <a:gd name="connisteX6" fmla="*/ 304800 w 1524000"/>
              <a:gd name="connsiteY6" fmla="*/ 1524000 h 1524000"/>
              <a:gd name="connisteX7" fmla="*/ 0 w 1524000"/>
              <a:gd name="connsiteY7" fmla="*/ 1219200 h 1524000"/>
              <a:gd name="connisteX8" fmla="*/ 0 w 1524000"/>
              <a:gd name="connsiteY8" fmla="*/ 3048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219200" y="0"/>
                </a:lnTo>
                <a:cubicBezTo>
                  <a:pt x="1387536" y="0"/>
                  <a:pt x="1524000" y="136464"/>
                  <a:pt x="1524000" y="304800"/>
                </a:cubicBezTo>
                <a:lnTo>
                  <a:pt x="1524000" y="1219200"/>
                </a:lnTo>
                <a:cubicBezTo>
                  <a:pt x="1524000" y="1387536"/>
                  <a:pt x="1387536" y="1524000"/>
                  <a:pt x="1219200" y="1524000"/>
                </a:cubicBezTo>
                <a:lnTo>
                  <a:pt x="304800" y="1524000"/>
                </a:lnTo>
                <a:cubicBezTo>
                  <a:pt x="136464" y="1524000"/>
                  <a:pt x="0" y="1387536"/>
                  <a:pt x="0" y="12192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2749550" y="2489200"/>
            <a:ext cx="901700" cy="762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6000" b="0" spc="0">
                <a:solidFill>
                  <a:srgbClr val="FFFFFF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886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4450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8229600" y="2108200"/>
            <a:ext cx="1524000" cy="1524000"/>
          </a:xfrm>
          <a:custGeom>
            <a:avLst/>
            <a:gdLst>
              <a:gd name="connisteX0" fmla="*/ 0 w 1524000"/>
              <a:gd name="connsiteY0" fmla="*/ 304800 h 1524000"/>
              <a:gd name="connisteX1" fmla="*/ 304800 w 1524000"/>
              <a:gd name="connsiteY1" fmla="*/ 0 h 1524000"/>
              <a:gd name="connisteX2" fmla="*/ 1219200 w 1524000"/>
              <a:gd name="connsiteY2" fmla="*/ 0 h 1524000"/>
              <a:gd name="connisteX3" fmla="*/ 1524000 w 1524000"/>
              <a:gd name="connsiteY3" fmla="*/ 304800 h 1524000"/>
              <a:gd name="connisteX4" fmla="*/ 1524000 w 1524000"/>
              <a:gd name="connsiteY4" fmla="*/ 1219200 h 1524000"/>
              <a:gd name="connisteX5" fmla="*/ 1219200 w 1524000"/>
              <a:gd name="connsiteY5" fmla="*/ 1524000 h 1524000"/>
              <a:gd name="connisteX6" fmla="*/ 304800 w 1524000"/>
              <a:gd name="connsiteY6" fmla="*/ 1524000 h 1524000"/>
              <a:gd name="connisteX7" fmla="*/ 0 w 1524000"/>
              <a:gd name="connsiteY7" fmla="*/ 1219200 h 1524000"/>
              <a:gd name="connisteX8" fmla="*/ 0 w 1524000"/>
              <a:gd name="connsiteY8" fmla="*/ 3048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219200" y="0"/>
                </a:lnTo>
                <a:cubicBezTo>
                  <a:pt x="1387536" y="0"/>
                  <a:pt x="1524000" y="136464"/>
                  <a:pt x="1524000" y="304800"/>
                </a:cubicBezTo>
                <a:lnTo>
                  <a:pt x="1524000" y="1219200"/>
                </a:lnTo>
                <a:cubicBezTo>
                  <a:pt x="1524000" y="1387536"/>
                  <a:pt x="1387536" y="1524000"/>
                  <a:pt x="1219200" y="1524000"/>
                </a:cubicBezTo>
                <a:lnTo>
                  <a:pt x="304800" y="1524000"/>
                </a:lnTo>
                <a:cubicBezTo>
                  <a:pt x="136464" y="1524000"/>
                  <a:pt x="0" y="1387536"/>
                  <a:pt x="0" y="12192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540750" y="2489200"/>
            <a:ext cx="901700" cy="762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6000" b="0" spc="0">
                <a:solidFill>
                  <a:srgbClr val="FFFFFF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400800" y="3886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400800" y="44450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4704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0292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400800" y="44704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400800" y="50292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75438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21082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2667000"/>
            <a:ext cx="6019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1066800" y="41910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1066800" y="4749800"/>
            <a:ext cx="6019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930400"/>
            <a:ext cx="5334000" cy="3911600"/>
          </a:xfrm>
          <a:custGeom>
            <a:avLst/>
            <a:gdLst>
              <a:gd name="connisteX0" fmla="*/ 0 w 5334000"/>
              <a:gd name="connsiteY0" fmla="*/ 203200 h 3911600"/>
              <a:gd name="connisteX1" fmla="*/ 203200 w 5334000"/>
              <a:gd name="connsiteY1" fmla="*/ 0 h 3911600"/>
              <a:gd name="connisteX2" fmla="*/ 5130800 w 5334000"/>
              <a:gd name="connsiteY2" fmla="*/ 0 h 3911600"/>
              <a:gd name="connisteX3" fmla="*/ 5334000 w 5334000"/>
              <a:gd name="connsiteY3" fmla="*/ 203200 h 3911600"/>
              <a:gd name="connisteX4" fmla="*/ 5334000 w 5334000"/>
              <a:gd name="connsiteY4" fmla="*/ 3708400 h 3911600"/>
              <a:gd name="connisteX5" fmla="*/ 5130800 w 5334000"/>
              <a:gd name="connsiteY5" fmla="*/ 3911600 h 3911600"/>
              <a:gd name="connisteX6" fmla="*/ 203200 w 5334000"/>
              <a:gd name="connsiteY6" fmla="*/ 3911600 h 3911600"/>
              <a:gd name="connisteX7" fmla="*/ 0 w 5334000"/>
              <a:gd name="connsiteY7" fmla="*/ 3708400 h 3911600"/>
              <a:gd name="connisteX8" fmla="*/ 0 w 5334000"/>
              <a:gd name="connsiteY8" fmla="*/ 203200 h 391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91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708400"/>
                </a:lnTo>
                <a:cubicBezTo>
                  <a:pt x="5334000" y="3820624"/>
                  <a:pt x="5243024" y="3911600"/>
                  <a:pt x="5130800" y="3911600"/>
                </a:cubicBezTo>
                <a:lnTo>
                  <a:pt x="203200" y="3911600"/>
                </a:lnTo>
                <a:cubicBezTo>
                  <a:pt x="90976" y="3911600"/>
                  <a:pt x="0" y="3820624"/>
                  <a:pt x="0" y="3708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692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2512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248400" y="1930400"/>
            <a:ext cx="5334000" cy="3911600"/>
          </a:xfrm>
          <a:custGeom>
            <a:avLst/>
            <a:gdLst>
              <a:gd name="connisteX0" fmla="*/ 0 w 5334000"/>
              <a:gd name="connsiteY0" fmla="*/ 203200 h 3911600"/>
              <a:gd name="connisteX1" fmla="*/ 203200 w 5334000"/>
              <a:gd name="connsiteY1" fmla="*/ 0 h 3911600"/>
              <a:gd name="connisteX2" fmla="*/ 5130800 w 5334000"/>
              <a:gd name="connsiteY2" fmla="*/ 0 h 3911600"/>
              <a:gd name="connisteX3" fmla="*/ 5334000 w 5334000"/>
              <a:gd name="connsiteY3" fmla="*/ 203200 h 3911600"/>
              <a:gd name="connisteX4" fmla="*/ 5334000 w 5334000"/>
              <a:gd name="connsiteY4" fmla="*/ 3708400 h 3911600"/>
              <a:gd name="connisteX5" fmla="*/ 5130800 w 5334000"/>
              <a:gd name="connsiteY5" fmla="*/ 3911600 h 3911600"/>
              <a:gd name="connisteX6" fmla="*/ 203200 w 5334000"/>
              <a:gd name="connsiteY6" fmla="*/ 3911600 h 3911600"/>
              <a:gd name="connisteX7" fmla="*/ 0 w 5334000"/>
              <a:gd name="connsiteY7" fmla="*/ 3708400 h 3911600"/>
              <a:gd name="connisteX8" fmla="*/ 0 w 5334000"/>
              <a:gd name="connsiteY8" fmla="*/ 203200 h 391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91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708400"/>
                </a:lnTo>
                <a:cubicBezTo>
                  <a:pt x="5334000" y="3820624"/>
                  <a:pt x="5243024" y="3911600"/>
                  <a:pt x="5130800" y="3911600"/>
                </a:cubicBezTo>
                <a:lnTo>
                  <a:pt x="203200" y="3911600"/>
                </a:lnTo>
                <a:cubicBezTo>
                  <a:pt x="90976" y="3911600"/>
                  <a:pt x="0" y="3820624"/>
                  <a:pt x="0" y="3708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553200" y="2692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53200" y="32512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46990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Sans DemiBold" charset="0"/>
                <a:ea typeface="MiSans Medium" panose="00000600000000000000" charset="-122"/>
              </a:rPr>
              <a:t>单击此处添加标题</a:t>
            </a:r>
            <a:endParaRPr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609600"/>
            <a:ext cx="10972800" cy="3556000"/>
          </a:xfrm>
          <a:custGeom>
            <a:avLst/>
            <a:gdLst>
              <a:gd name="connisteX0" fmla="*/ 0 w 10972800"/>
              <a:gd name="connsiteY0" fmla="*/ 203200 h 3556000"/>
              <a:gd name="connisteX1" fmla="*/ 203200 w 10972800"/>
              <a:gd name="connsiteY1" fmla="*/ 0 h 3556000"/>
              <a:gd name="connisteX2" fmla="*/ 10769600 w 10972800"/>
              <a:gd name="connsiteY2" fmla="*/ 0 h 3556000"/>
              <a:gd name="connisteX3" fmla="*/ 10972800 w 10972800"/>
              <a:gd name="connsiteY3" fmla="*/ 203200 h 3556000"/>
              <a:gd name="connisteX4" fmla="*/ 10972800 w 10972800"/>
              <a:gd name="connsiteY4" fmla="*/ 3352800 h 3556000"/>
              <a:gd name="connisteX5" fmla="*/ 10769600 w 10972800"/>
              <a:gd name="connsiteY5" fmla="*/ 3556000 h 3556000"/>
              <a:gd name="connisteX6" fmla="*/ 203200 w 10972800"/>
              <a:gd name="connsiteY6" fmla="*/ 3556000 h 3556000"/>
              <a:gd name="connisteX7" fmla="*/ 0 w 10972800"/>
              <a:gd name="connsiteY7" fmla="*/ 3352800 h 3556000"/>
              <a:gd name="connisteX8" fmla="*/ 0 w 10972800"/>
              <a:gd name="connsiteY8" fmla="*/ 2032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55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352800"/>
                </a:lnTo>
                <a:cubicBezTo>
                  <a:pt x="10972800" y="3465024"/>
                  <a:pt x="10881824" y="3556000"/>
                  <a:pt x="10769600" y="3556000"/>
                </a:cubicBezTo>
                <a:lnTo>
                  <a:pt x="203200" y="3556000"/>
                </a:lnTo>
                <a:cubicBezTo>
                  <a:pt x="90976" y="3556000"/>
                  <a:pt x="0" y="3465024"/>
                  <a:pt x="0" y="335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4775200"/>
            <a:ext cx="693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5334000"/>
            <a:ext cx="6934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8260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334000"/>
            <a:ext cx="1082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1016000" y="18669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idx="16390" hasCustomPrompt="1"/>
            <p:custDataLst>
              <p:tags r:id="rId8"/>
            </p:custDataLst>
          </p:nvPr>
        </p:nvSpPr>
        <p:spPr>
          <a:xfrm>
            <a:off x="1371600" y="22225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2895600" y="2044700"/>
            <a:ext cx="828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2895600" y="2603500"/>
            <a:ext cx="828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1016000" y="43815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图片占位符 18"/>
          <p:cNvSpPr>
            <a:spLocks noGrp="1"/>
          </p:cNvSpPr>
          <p:nvPr>
            <p:ph type="pic" idx="16393" hasCustomPrompt="1"/>
            <p:custDataLst>
              <p:tags r:id="rId13"/>
            </p:custDataLst>
          </p:nvPr>
        </p:nvSpPr>
        <p:spPr>
          <a:xfrm>
            <a:off x="1371600" y="47371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2895600" y="4559300"/>
            <a:ext cx="828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rgbClr val="FFFFFF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2895600" y="5118100"/>
            <a:ext cx="828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rgbClr val="FFFFFF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2362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894080" y="26466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133600" y="2413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133600" y="2921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191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2" hasCustomPrompt="1"/>
            <p:custDataLst>
              <p:tags r:id="rId11"/>
            </p:custDataLst>
          </p:nvPr>
        </p:nvSpPr>
        <p:spPr>
          <a:xfrm>
            <a:off x="894080" y="44754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2133600" y="4241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133600" y="4749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0" hasCustomPrompt="1"/>
            <p:custDataLst>
              <p:tags r:id="rId6"/>
            </p:custDataLst>
          </p:nvPr>
        </p:nvSpPr>
        <p:spPr>
          <a:xfrm>
            <a:off x="21336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2418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8006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idx="16391" hasCustomPrompt="1"/>
            <p:custDataLst>
              <p:tags r:id="rId9"/>
            </p:custDataLst>
          </p:nvPr>
        </p:nvSpPr>
        <p:spPr>
          <a:xfrm>
            <a:off x="79248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400800" y="42418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400800" y="48006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8034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362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4191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7498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6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705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705600" y="3911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858000" y="3911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858000" y="44196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2300" y="21844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10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387600" y="2235200"/>
            <a:ext cx="919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387600" y="2794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22300" y="43180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10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2387600" y="4368800"/>
            <a:ext cx="919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387600" y="49276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692400"/>
          </a:xfrm>
          <a:custGeom>
            <a:avLst/>
            <a:gdLst>
              <a:gd name="connisteX0" fmla="*/ 0 w 3454400"/>
              <a:gd name="connsiteY0" fmla="*/ 203200 h 2692400"/>
              <a:gd name="connisteX1" fmla="*/ 203200 w 3454400"/>
              <a:gd name="connsiteY1" fmla="*/ 0 h 2692400"/>
              <a:gd name="connisteX2" fmla="*/ 3251200 w 3454400"/>
              <a:gd name="connsiteY2" fmla="*/ 0 h 2692400"/>
              <a:gd name="connisteX3" fmla="*/ 3454400 w 3454400"/>
              <a:gd name="connsiteY3" fmla="*/ 203200 h 2692400"/>
              <a:gd name="connisteX4" fmla="*/ 3454400 w 3454400"/>
              <a:gd name="connsiteY4" fmla="*/ 2692400 h 2692400"/>
              <a:gd name="connisteX5" fmla="*/ 0 w 3454400"/>
              <a:gd name="connsiteY5" fmla="*/ 2692400 h 2692400"/>
              <a:gd name="connisteX6" fmla="*/ 0 w 34544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2184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826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334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latin typeface="MiSans Medium" panose="00000600000000000000" charset="-122"/>
                <a:ea typeface="MiSans Normal" panose="00000500000000000000" charset="-122"/>
              </a:rPr>
              <a:t>CONTENTS</a:t>
            </a:r>
            <a:endParaRPr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Sans DemiBold" charset="0"/>
                <a:ea typeface="MiSans Medium" panose="00000600000000000000" charset="-122"/>
              </a:rPr>
              <a:t>目录</a:t>
            </a:r>
            <a:endParaRPr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04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05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6" Type="http://schemas.openxmlformats.org/officeDocument/2006/relationships/theme" Target="../theme/theme2.xml"/><Relationship Id="rId25" Type="http://schemas.openxmlformats.org/officeDocument/2006/relationships/tags" Target="../tags/tag165.xml"/><Relationship Id="rId24" Type="http://schemas.openxmlformats.org/officeDocument/2006/relationships/tags" Target="../tags/tag164.xml"/><Relationship Id="rId23" Type="http://schemas.openxmlformats.org/officeDocument/2006/relationships/tags" Target="../tags/tag163.xml"/><Relationship Id="rId22" Type="http://schemas.openxmlformats.org/officeDocument/2006/relationships/tags" Target="../tags/tag162.xml"/><Relationship Id="rId21" Type="http://schemas.openxmlformats.org/officeDocument/2006/relationships/tags" Target="../tags/tag161.xml"/><Relationship Id="rId20" Type="http://schemas.openxmlformats.org/officeDocument/2006/relationships/tags" Target="../tags/tag160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59.xml"/><Relationship Id="rId18" Type="http://schemas.openxmlformats.org/officeDocument/2006/relationships/tags" Target="../tags/tag158.xml"/><Relationship Id="rId17" Type="http://schemas.openxmlformats.org/officeDocument/2006/relationships/image" Target="../media/image1.png"/><Relationship Id="rId16" Type="http://schemas.openxmlformats.org/officeDocument/2006/relationships/tags" Target="../tags/tag157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6" Type="http://schemas.openxmlformats.org/officeDocument/2006/relationships/theme" Target="../theme/theme3.xml"/><Relationship Id="rId25" Type="http://schemas.openxmlformats.org/officeDocument/2006/relationships/tags" Target="../tags/tag337.xml"/><Relationship Id="rId24" Type="http://schemas.openxmlformats.org/officeDocument/2006/relationships/tags" Target="../tags/tag336.xml"/><Relationship Id="rId23" Type="http://schemas.openxmlformats.org/officeDocument/2006/relationships/tags" Target="../tags/tag335.xml"/><Relationship Id="rId22" Type="http://schemas.openxmlformats.org/officeDocument/2006/relationships/tags" Target="../tags/tag334.xml"/><Relationship Id="rId21" Type="http://schemas.openxmlformats.org/officeDocument/2006/relationships/tags" Target="../tags/tag333.xml"/><Relationship Id="rId20" Type="http://schemas.openxmlformats.org/officeDocument/2006/relationships/tags" Target="../tags/tag332.xml"/><Relationship Id="rId2" Type="http://schemas.openxmlformats.org/officeDocument/2006/relationships/slideLayout" Target="../slideLayouts/slideLayout27.xml"/><Relationship Id="rId19" Type="http://schemas.openxmlformats.org/officeDocument/2006/relationships/tags" Target="../tags/tag331.xml"/><Relationship Id="rId18" Type="http://schemas.openxmlformats.org/officeDocument/2006/relationships/tags" Target="../tags/tag330.xml"/><Relationship Id="rId17" Type="http://schemas.openxmlformats.org/officeDocument/2006/relationships/image" Target="../media/image1.png"/><Relationship Id="rId16" Type="http://schemas.openxmlformats.org/officeDocument/2006/relationships/tags" Target="../tags/tag329.xml"/><Relationship Id="rId15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封面页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MiSans DemiBold" charset="0"/>
                <a:ea typeface="MiSans Medium" panose="00000600000000000000" charset="-122"/>
              </a:rPr>
              <a:t>单击此处编辑母版标题样式</a:t>
            </a:r>
            <a:endParaRPr lang="zh-CN" altLang="en-US" dirty="0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封面页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MiSans DemiBold" charset="0"/>
                <a:ea typeface="MiSans Medium" panose="00000600000000000000" charset="-122"/>
              </a:rPr>
              <a:t>单击此处编辑母版标题样式</a:t>
            </a:r>
            <a:endParaRPr lang="zh-CN" altLang="en-US" dirty="0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341.xml"/><Relationship Id="rId3" Type="http://schemas.openxmlformats.org/officeDocument/2006/relationships/tags" Target="../tags/tag340.xml"/><Relationship Id="rId2" Type="http://schemas.openxmlformats.org/officeDocument/2006/relationships/tags" Target="../tags/tag339.xml"/><Relationship Id="rId1" Type="http://schemas.openxmlformats.org/officeDocument/2006/relationships/tags" Target="../tags/tag33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50.xml"/><Relationship Id="rId8" Type="http://schemas.openxmlformats.org/officeDocument/2006/relationships/tags" Target="../tags/tag349.xml"/><Relationship Id="rId7" Type="http://schemas.openxmlformats.org/officeDocument/2006/relationships/tags" Target="../tags/tag348.xml"/><Relationship Id="rId6" Type="http://schemas.openxmlformats.org/officeDocument/2006/relationships/tags" Target="../tags/tag347.xml"/><Relationship Id="rId5" Type="http://schemas.openxmlformats.org/officeDocument/2006/relationships/tags" Target="../tags/tag346.xml"/><Relationship Id="rId4" Type="http://schemas.openxmlformats.org/officeDocument/2006/relationships/tags" Target="../tags/tag345.xml"/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9" Type="http://schemas.openxmlformats.org/officeDocument/2006/relationships/slideLayout" Target="../slideLayouts/slideLayout40.xml"/><Relationship Id="rId18" Type="http://schemas.openxmlformats.org/officeDocument/2006/relationships/tags" Target="../tags/tag359.xml"/><Relationship Id="rId17" Type="http://schemas.openxmlformats.org/officeDocument/2006/relationships/tags" Target="../tags/tag358.xml"/><Relationship Id="rId16" Type="http://schemas.openxmlformats.org/officeDocument/2006/relationships/tags" Target="../tags/tag357.xml"/><Relationship Id="rId15" Type="http://schemas.openxmlformats.org/officeDocument/2006/relationships/tags" Target="../tags/tag356.xml"/><Relationship Id="rId14" Type="http://schemas.openxmlformats.org/officeDocument/2006/relationships/tags" Target="../tags/tag355.xml"/><Relationship Id="rId13" Type="http://schemas.openxmlformats.org/officeDocument/2006/relationships/tags" Target="../tags/tag354.xml"/><Relationship Id="rId12" Type="http://schemas.openxmlformats.org/officeDocument/2006/relationships/tags" Target="../tags/tag353.xml"/><Relationship Id="rId11" Type="http://schemas.openxmlformats.org/officeDocument/2006/relationships/tags" Target="../tags/tag352.xml"/><Relationship Id="rId10" Type="http://schemas.openxmlformats.org/officeDocument/2006/relationships/tags" Target="../tags/tag351.xml"/><Relationship Id="rId1" Type="http://schemas.openxmlformats.org/officeDocument/2006/relationships/tags" Target="../tags/tag34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" Type="http://schemas.openxmlformats.org/officeDocument/2006/relationships/tags" Target="../tags/tag36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7" Type="http://schemas.openxmlformats.org/officeDocument/2006/relationships/tags" Target="../tags/tag368.xml"/><Relationship Id="rId6" Type="http://schemas.openxmlformats.org/officeDocument/2006/relationships/tags" Target="../tags/tag367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3" Type="http://schemas.openxmlformats.org/officeDocument/2006/relationships/image" Target="../media/image4.jpeg"/><Relationship Id="rId2" Type="http://schemas.openxmlformats.org/officeDocument/2006/relationships/tags" Target="../tags/tag364.xml"/><Relationship Id="rId1" Type="http://schemas.openxmlformats.org/officeDocument/2006/relationships/tags" Target="../tags/tag36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tags" Target="../tags/tag375.xml"/><Relationship Id="rId7" Type="http://schemas.openxmlformats.org/officeDocument/2006/relationships/tags" Target="../tags/tag374.xml"/><Relationship Id="rId6" Type="http://schemas.openxmlformats.org/officeDocument/2006/relationships/tags" Target="../tags/tag373.xml"/><Relationship Id="rId5" Type="http://schemas.openxmlformats.org/officeDocument/2006/relationships/tags" Target="../tags/tag372.xml"/><Relationship Id="rId4" Type="http://schemas.openxmlformats.org/officeDocument/2006/relationships/image" Target="../media/image5.jpeg"/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8" Type="http://schemas.openxmlformats.org/officeDocument/2006/relationships/slideLayout" Target="../slideLayouts/slideLayout38.xml"/><Relationship Id="rId17" Type="http://schemas.openxmlformats.org/officeDocument/2006/relationships/tags" Target="../tags/tag382.xml"/><Relationship Id="rId16" Type="http://schemas.openxmlformats.org/officeDocument/2006/relationships/tags" Target="../tags/tag381.xml"/><Relationship Id="rId15" Type="http://schemas.openxmlformats.org/officeDocument/2006/relationships/tags" Target="../tags/tag380.xml"/><Relationship Id="rId14" Type="http://schemas.openxmlformats.org/officeDocument/2006/relationships/image" Target="../media/image7.jpeg"/><Relationship Id="rId13" Type="http://schemas.openxmlformats.org/officeDocument/2006/relationships/tags" Target="../tags/tag379.xml"/><Relationship Id="rId12" Type="http://schemas.openxmlformats.org/officeDocument/2006/relationships/tags" Target="../tags/tag378.xml"/><Relationship Id="rId11" Type="http://schemas.openxmlformats.org/officeDocument/2006/relationships/tags" Target="../tags/tag377.xml"/><Relationship Id="rId10" Type="http://schemas.openxmlformats.org/officeDocument/2006/relationships/tags" Target="../tags/tag376.xml"/><Relationship Id="rId1" Type="http://schemas.openxmlformats.org/officeDocument/2006/relationships/tags" Target="../tags/tag36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tags" Target="../tags/tag390.xml"/><Relationship Id="rId7" Type="http://schemas.openxmlformats.org/officeDocument/2006/relationships/tags" Target="../tags/tag389.xml"/><Relationship Id="rId6" Type="http://schemas.openxmlformats.org/officeDocument/2006/relationships/tags" Target="../tags/tag388.xml"/><Relationship Id="rId5" Type="http://schemas.openxmlformats.org/officeDocument/2006/relationships/tags" Target="../tags/tag387.xml"/><Relationship Id="rId4" Type="http://schemas.openxmlformats.org/officeDocument/2006/relationships/tags" Target="../tags/tag386.xml"/><Relationship Id="rId3" Type="http://schemas.openxmlformats.org/officeDocument/2006/relationships/tags" Target="../tags/tag385.xml"/><Relationship Id="rId2" Type="http://schemas.openxmlformats.org/officeDocument/2006/relationships/tags" Target="../tags/tag384.xml"/><Relationship Id="rId1" Type="http://schemas.openxmlformats.org/officeDocument/2006/relationships/tags" Target="../tags/tag38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93.xml"/><Relationship Id="rId2" Type="http://schemas.openxmlformats.org/officeDocument/2006/relationships/tags" Target="../tags/tag392.xml"/><Relationship Id="rId1" Type="http://schemas.openxmlformats.org/officeDocument/2006/relationships/tags" Target="../tags/tag39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tags" Target="../tags/tag398.xml"/><Relationship Id="rId7" Type="http://schemas.openxmlformats.org/officeDocument/2006/relationships/image" Target="../media/image10.jpeg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tags" Target="../tags/tag397.xml"/><Relationship Id="rId3" Type="http://schemas.openxmlformats.org/officeDocument/2006/relationships/tags" Target="../tags/tag396.xml"/><Relationship Id="rId2" Type="http://schemas.openxmlformats.org/officeDocument/2006/relationships/tags" Target="../tags/tag395.xml"/><Relationship Id="rId1" Type="http://schemas.openxmlformats.org/officeDocument/2006/relationships/tags" Target="../tags/tag39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01.xml"/><Relationship Id="rId2" Type="http://schemas.openxmlformats.org/officeDocument/2006/relationships/tags" Target="../tags/tag400.xml"/><Relationship Id="rId1" Type="http://schemas.openxmlformats.org/officeDocument/2006/relationships/tags" Target="../tags/tag39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7" Type="http://schemas.openxmlformats.org/officeDocument/2006/relationships/tags" Target="../tags/tag406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tags" Target="../tags/tag405.xml"/><Relationship Id="rId3" Type="http://schemas.openxmlformats.org/officeDocument/2006/relationships/tags" Target="../tags/tag404.xml"/><Relationship Id="rId2" Type="http://schemas.openxmlformats.org/officeDocument/2006/relationships/tags" Target="../tags/tag403.xml"/><Relationship Id="rId1" Type="http://schemas.openxmlformats.org/officeDocument/2006/relationships/tags" Target="../tags/tag40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09.xml"/><Relationship Id="rId2" Type="http://schemas.openxmlformats.org/officeDocument/2006/relationships/tags" Target="../tags/tag408.xml"/><Relationship Id="rId1" Type="http://schemas.openxmlformats.org/officeDocument/2006/relationships/tags" Target="../tags/tag407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0.xml"/><Relationship Id="rId6" Type="http://schemas.openxmlformats.org/officeDocument/2006/relationships/tags" Target="../tags/tag414.xml"/><Relationship Id="rId5" Type="http://schemas.openxmlformats.org/officeDocument/2006/relationships/tags" Target="../tags/tag413.xml"/><Relationship Id="rId4" Type="http://schemas.openxmlformats.org/officeDocument/2006/relationships/tags" Target="../tags/tag412.xml"/><Relationship Id="rId3" Type="http://schemas.openxmlformats.org/officeDocument/2006/relationships/image" Target="../media/image13.jpeg"/><Relationship Id="rId2" Type="http://schemas.openxmlformats.org/officeDocument/2006/relationships/tags" Target="../tags/tag411.xml"/><Relationship Id="rId1" Type="http://schemas.openxmlformats.org/officeDocument/2006/relationships/tags" Target="../tags/tag41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tags" Target="../tags/tag422.xml"/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tags" Target="../tags/tag41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image" Target="../media/image15.jpeg"/><Relationship Id="rId6" Type="http://schemas.openxmlformats.org/officeDocument/2006/relationships/tags" Target="../tags/tag427.xml"/><Relationship Id="rId5" Type="http://schemas.openxmlformats.org/officeDocument/2006/relationships/tags" Target="../tags/tag426.xml"/><Relationship Id="rId4" Type="http://schemas.openxmlformats.org/officeDocument/2006/relationships/tags" Target="../tags/tag425.xml"/><Relationship Id="rId3" Type="http://schemas.openxmlformats.org/officeDocument/2006/relationships/image" Target="../media/image14.jpeg"/><Relationship Id="rId2" Type="http://schemas.openxmlformats.org/officeDocument/2006/relationships/tags" Target="../tags/tag424.xml"/><Relationship Id="rId11" Type="http://schemas.openxmlformats.org/officeDocument/2006/relationships/slideLayout" Target="../slideLayouts/slideLayout34.xml"/><Relationship Id="rId10" Type="http://schemas.openxmlformats.org/officeDocument/2006/relationships/tags" Target="../tags/tag430.xml"/><Relationship Id="rId1" Type="http://schemas.openxmlformats.org/officeDocument/2006/relationships/tags" Target="../tags/tag42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33.xml"/><Relationship Id="rId2" Type="http://schemas.openxmlformats.org/officeDocument/2006/relationships/tags" Target="../tags/tag432.xml"/><Relationship Id="rId1" Type="http://schemas.openxmlformats.org/officeDocument/2006/relationships/tags" Target="../tags/tag43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tags" Target="../tags/tag440.xml"/><Relationship Id="rId7" Type="http://schemas.openxmlformats.org/officeDocument/2006/relationships/tags" Target="../tags/tag439.xml"/><Relationship Id="rId6" Type="http://schemas.openxmlformats.org/officeDocument/2006/relationships/tags" Target="../tags/tag438.xml"/><Relationship Id="rId5" Type="http://schemas.openxmlformats.org/officeDocument/2006/relationships/tags" Target="../tags/tag437.xml"/><Relationship Id="rId4" Type="http://schemas.openxmlformats.org/officeDocument/2006/relationships/tags" Target="../tags/tag436.xml"/><Relationship Id="rId3" Type="http://schemas.openxmlformats.org/officeDocument/2006/relationships/image" Target="../media/image16.jpeg"/><Relationship Id="rId2" Type="http://schemas.openxmlformats.org/officeDocument/2006/relationships/tags" Target="../tags/tag435.xml"/><Relationship Id="rId1" Type="http://schemas.openxmlformats.org/officeDocument/2006/relationships/tags" Target="../tags/tag43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49.xml"/><Relationship Id="rId8" Type="http://schemas.openxmlformats.org/officeDocument/2006/relationships/tags" Target="../tags/tag448.xml"/><Relationship Id="rId7" Type="http://schemas.openxmlformats.org/officeDocument/2006/relationships/tags" Target="../tags/tag447.xml"/><Relationship Id="rId6" Type="http://schemas.openxmlformats.org/officeDocument/2006/relationships/tags" Target="../tags/tag446.xml"/><Relationship Id="rId5" Type="http://schemas.openxmlformats.org/officeDocument/2006/relationships/tags" Target="../tags/tag445.xml"/><Relationship Id="rId4" Type="http://schemas.openxmlformats.org/officeDocument/2006/relationships/tags" Target="../tags/tag444.xml"/><Relationship Id="rId3" Type="http://schemas.openxmlformats.org/officeDocument/2006/relationships/tags" Target="../tags/tag443.xml"/><Relationship Id="rId2" Type="http://schemas.openxmlformats.org/officeDocument/2006/relationships/tags" Target="../tags/tag442.xml"/><Relationship Id="rId11" Type="http://schemas.openxmlformats.org/officeDocument/2006/relationships/slideLayout" Target="../slideLayouts/slideLayout26.xml"/><Relationship Id="rId10" Type="http://schemas.openxmlformats.org/officeDocument/2006/relationships/tags" Target="../tags/tag450.xml"/><Relationship Id="rId1" Type="http://schemas.openxmlformats.org/officeDocument/2006/relationships/tags" Target="../tags/tag44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453.xml"/><Relationship Id="rId2" Type="http://schemas.openxmlformats.org/officeDocument/2006/relationships/tags" Target="../tags/tag452.xml"/><Relationship Id="rId1" Type="http://schemas.openxmlformats.org/officeDocument/2006/relationships/tags" Target="../tags/tag4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占位符 4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2026/03/19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>
          <a:xfrm>
            <a:off x="1016000" y="2392680"/>
            <a:ext cx="8572500" cy="2614295"/>
          </a:xfrm>
        </p:spPr>
        <p:txBody>
          <a:bodyPr>
            <a:normAutofit fontScale="90000"/>
          </a:bodyPr>
          <a:p>
            <a:r>
              <a:rPr lang="zh-CN" altLang="en-US" sz="57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lang="en-US" altLang="zh-CN" sz="57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YOLO8s</a:t>
            </a:r>
            <a:r>
              <a:rPr lang="zh-CN" altLang="en-US" sz="57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</a:t>
            </a:r>
            <a:r>
              <a:rPr lang="en-US" altLang="zh-CN" sz="57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STN-TPS</a:t>
            </a:r>
            <a:r>
              <a:rPr lang="zh-CN" altLang="en-US" sz="57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的可见光通信二维码高速传输系统</a:t>
            </a:r>
            <a:endParaRPr lang="zh-CN" altLang="en-US" sz="57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5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lvl="0"/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汇报人: 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第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13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小组</a:t>
            </a:r>
            <a:endParaRPr lang="en-US" altLang="zh-CN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pPr algn="ctr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CONTENTS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algn="ctr">
              <a:lnSpc>
                <a:spcPct val="104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目录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装饰  3"/>
          <p:cNvSpPr>
            <a:spLocks noGrp="1"/>
          </p:cNvSpPr>
          <p:nvPr>
            <p:ph type="body" idx="1639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 sz="1900">
                <a:latin typeface="MiSans Medium" panose="00000600000000000000" charset="-122"/>
                <a:ea typeface="MiSans Normal" panose="00000500000000000000" charset="-122"/>
              </a:rPr>
              <a:t>项目背景与目标</a:t>
            </a:r>
            <a:endParaRPr lang="zh-CN" altLang="en-US" sz="19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 fontScale="90000"/>
          </a:bodyPr>
          <a:p>
            <a:pPr algn="l">
              <a:lnSpc>
                <a:spcPct val="118000"/>
              </a:lnSpc>
            </a:pP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Stage 1 YOLO8s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模型框选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二维码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 fontScale="80000"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Stage 2 亚像素对齐模型（STN - TPS）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04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 sz="1900">
                <a:latin typeface="MiSans Medium" panose="00000600000000000000" charset="-122"/>
                <a:ea typeface="MiSans Normal" panose="00000500000000000000" charset="-122"/>
              </a:rPr>
              <a:t>仿真数据集与训练策略</a:t>
            </a:r>
            <a:endParaRPr lang="zh-CN" altLang="en-US" sz="19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05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装饰  5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 sz="1900">
                <a:latin typeface="MiSans Medium" panose="00000600000000000000" charset="-122"/>
                <a:ea typeface="MiSans Normal" panose="00000500000000000000" charset="-122"/>
              </a:rPr>
              <a:t>当前进度总结与后续工作</a:t>
            </a:r>
            <a:endParaRPr lang="zh-CN" altLang="en-US" sz="190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项目背景与目标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可见光通信简介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pic>
        <p:nvPicPr>
          <p:cNvPr id="3" name="内容占位符 2" descr="ab1c7025-2327-11f1-b9be-3641b94f2819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t="271" b="271"/>
          <a:stretch>
            <a:fillRect/>
          </a:stretch>
        </p:blipFill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利用屏幕与摄像头实现空间无线数据传输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可见光通信（VLC）是一种利用屏幕与摄像头来实现空间无线数据传输的技术，它为数据传输提供了一种新的方式，在特定场景下具有独特的优势和应用前景。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挑战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4" name="图片占位符 3" descr="ab517885-2327-11f1-8c7f-ba8b2a4def79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368" b="368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1700">
                <a:latin typeface="MiSans Medium" panose="00000600000000000000" charset="-122"/>
                <a:ea typeface="MiSans Normal" panose="00000500000000000000" charset="-122"/>
              </a:rPr>
              <a:t>复杂的背景干扰</a:t>
            </a:r>
            <a:endParaRPr lang="zh-CN" altLang="en-US" sz="17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在可见光通信（VLC）二维码传输过程中，复杂的背景干扰是一大挑战。周围环境的光线、颜色等因素可能会影响二维码的识别，导致解码困难，降低传输的准确性和效率。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8" name="图片占位符 7" descr="ab5176b1-2327-11f1-8c7f-ba8b2a4def79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368" b="368"/>
          <a:stretch>
            <a:fillRect/>
          </a:stretch>
        </p:blipFill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1700">
                <a:latin typeface="MiSans Medium" panose="00000600000000000000" charset="-122"/>
                <a:ea typeface="MiSans Normal" panose="00000500000000000000" charset="-122"/>
              </a:rPr>
              <a:t>拍摄时的透视畸变</a:t>
            </a:r>
            <a:endParaRPr lang="zh-CN" altLang="en-US" sz="17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拍摄时的透视畸变也是一个重要问题。由于拍摄角度、距离等原因，二维码可能会出现变形，使得识别难度增加，需要采用有效的矫正方法来解决。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2" name="图片占位符 11" descr="ab51787e-2327-11f1-8c7f-ba8b2a4def79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368" b="368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 fontScale="70000"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远距离下的亚像素对齐难题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远距离下的亚像素对齐难题是可见光通信面临的挑战之一。在远距离情况下，摄像头获取的图像分辨率降低，亚像素对齐变得困难，影响二维码的准确识别和数据传输。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本周核心目标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构建Version 40高阶彩色二维码的亚像素对齐模型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本周的核心目标之一是构建Version 40高阶彩色二维码的亚像素对齐模型。通过该模型可以提高二维码在复杂环境下的识别精度，解决透视畸变和亚像素对齐等问题，从而提升解码成功率。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5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提升解码成功率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提升解码成功率是本周的重要目标。通过构建亚像素对齐模型等一系列措施，减少复杂背景干扰、透视畸变等因素对解码的影响，确保可见光通信（VLC）二维码能够准确、高效地传输数据。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Stage 1 YOLO8s</a:t>
            </a:r>
            <a:r>
              <a:rPr lang="zh-CN" altLang="en-US">
                <a:latin typeface="MiSans DemiBold" charset="0"/>
                <a:ea typeface="MiSans Medium" panose="00000600000000000000" charset="-122"/>
              </a:rPr>
              <a:t>模型框选</a:t>
            </a:r>
            <a:r>
              <a:rPr lang="zh-CN" altLang="en-US">
                <a:latin typeface="MiSans DemiBold" charset="0"/>
                <a:ea typeface="MiSans Medium" panose="00000600000000000000" charset="-122"/>
              </a:rPr>
              <a:t>二维码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0" y="1198008"/>
            <a:ext cx="4826018" cy="1192482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 物理规格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101547" y="2961990"/>
            <a:ext cx="77518" cy="3628174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312692" y="2884365"/>
            <a:ext cx="47244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177×177矩阵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312656" y="3446674"/>
            <a:ext cx="4724400" cy="1828800"/>
          </a:xfrm>
        </p:spPr>
        <p:txBody>
          <a:bodyPr>
            <a:normAutofit fontScale="25000"/>
          </a:bodyPr>
          <a:p>
            <a:pPr algn="l">
              <a:lnSpc>
                <a:spcPct val="125000"/>
              </a:lnSpc>
            </a:pPr>
            <a:r>
              <a:rPr lang="zh-CN" altLang="en-US" sz="5600">
                <a:latin typeface="MiSans Medium" panose="00000600000000000000" charset="-122"/>
                <a:ea typeface="MiSans Normal" panose="00000500000000000000" charset="-122"/>
              </a:rPr>
              <a:t>二维码采用177×177</a:t>
            </a:r>
            <a:endParaRPr lang="zh-CN" altLang="en-US" sz="5600">
              <a:latin typeface="MiSans Medium" panose="00000600000000000000" charset="-122"/>
              <a:ea typeface="MiSans Normal" panose="00000500000000000000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5600">
                <a:latin typeface="MiSans Medium" panose="00000600000000000000" charset="-122"/>
                <a:ea typeface="MiSans Normal" panose="00000500000000000000" charset="-122"/>
              </a:rPr>
              <a:t>的矩阵规格，符合</a:t>
            </a:r>
            <a:endParaRPr lang="zh-CN" altLang="en-US" sz="5600">
              <a:latin typeface="MiSans Medium" panose="00000600000000000000" charset="-122"/>
              <a:ea typeface="MiSans Normal" panose="00000500000000000000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5600">
                <a:latin typeface="MiSans Medium" panose="00000600000000000000" charset="-122"/>
                <a:ea typeface="MiSans Normal" panose="00000500000000000000" charset="-122"/>
              </a:rPr>
              <a:t>Version 40标准。</a:t>
            </a:r>
            <a:endParaRPr lang="zh-CN" altLang="en-US" sz="5600">
              <a:latin typeface="MiSans Medium" panose="00000600000000000000" charset="-122"/>
              <a:ea typeface="MiSans Normal" panose="00000500000000000000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5600">
                <a:latin typeface="MiSans Medium" panose="00000600000000000000" charset="-122"/>
                <a:ea typeface="MiSans Normal" panose="00000500000000000000" charset="-122"/>
              </a:rPr>
              <a:t>这种规格的矩阵能够</a:t>
            </a:r>
            <a:endParaRPr lang="zh-CN" altLang="en-US" sz="5600">
              <a:latin typeface="MiSans Medium" panose="00000600000000000000" charset="-122"/>
              <a:ea typeface="MiSans Normal" panose="00000500000000000000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5600">
                <a:latin typeface="MiSans Medium" panose="00000600000000000000" charset="-122"/>
                <a:ea typeface="MiSans Normal" panose="00000500000000000000" charset="-122"/>
              </a:rPr>
              <a:t>承载较多的数据信息，</a:t>
            </a:r>
            <a:endParaRPr lang="zh-CN" altLang="en-US" sz="5600">
              <a:latin typeface="MiSans Medium" panose="00000600000000000000" charset="-122"/>
              <a:ea typeface="MiSans Normal" panose="00000500000000000000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5600">
                <a:latin typeface="MiSans Medium" panose="00000600000000000000" charset="-122"/>
                <a:ea typeface="MiSans Normal" panose="00000500000000000000" charset="-122"/>
              </a:rPr>
              <a:t>为高速数据传输提供了基础，</a:t>
            </a:r>
            <a:endParaRPr lang="zh-CN" altLang="en-US" sz="5600">
              <a:latin typeface="MiSans Medium" panose="00000600000000000000" charset="-122"/>
              <a:ea typeface="MiSans Normal" panose="00000500000000000000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5600">
                <a:latin typeface="MiSans Medium" panose="00000600000000000000" charset="-122"/>
                <a:ea typeface="MiSans Normal" panose="00000500000000000000" charset="-122"/>
              </a:rPr>
              <a:t>是构建整个二维码</a:t>
            </a:r>
            <a:endParaRPr lang="zh-CN" altLang="en-US" sz="5600">
              <a:latin typeface="MiSans Medium" panose="00000600000000000000" charset="-122"/>
              <a:ea typeface="MiSans Normal" panose="00000500000000000000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5600">
                <a:latin typeface="MiSans Medium" panose="00000600000000000000" charset="-122"/>
                <a:ea typeface="MiSans Normal" panose="00000500000000000000" charset="-122"/>
              </a:rPr>
              <a:t>传输系统的重要物理基础。</a:t>
            </a:r>
            <a:endParaRPr lang="zh-CN" altLang="en-US" sz="56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6" name="图片 15" descr="post_object_image_3650524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4906" y="80606"/>
            <a:ext cx="4220277" cy="2376558"/>
          </a:xfrm>
          <a:prstGeom prst="rect">
            <a:avLst/>
          </a:prstGeom>
        </p:spPr>
      </p:pic>
      <p:pic>
        <p:nvPicPr>
          <p:cNvPr id="3" name="图片 2" descr="post_object_image_26642773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0810" y="3786065"/>
            <a:ext cx="4220255" cy="237654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4335553" y="2986700"/>
            <a:ext cx="701539" cy="54442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4800" b="1"/>
              <a:t>↓</a:t>
            </a:r>
            <a:endParaRPr lang="zh-CN" altLang="en-US" sz="4800" b="1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173162" y="3149146"/>
            <a:ext cx="1847487" cy="57240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 b="1"/>
              <a:t>框选</a:t>
            </a:r>
            <a:endParaRPr lang="zh-CN" altLang="en-US" sz="2400" b="1"/>
          </a:p>
        </p:txBody>
      </p:sp>
      <p:sp>
        <p:nvSpPr>
          <p:cNvPr id="9" name="文本框 8"/>
          <p:cNvSpPr txBox="1"/>
          <p:nvPr userDrawn="1"/>
        </p:nvSpPr>
        <p:spPr>
          <a:xfrm>
            <a:off x="7020687" y="4524947"/>
            <a:ext cx="1037409" cy="75057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4800" b="1"/>
              <a:t>→</a:t>
            </a:r>
            <a:endParaRPr lang="zh-CN" altLang="en-US" sz="4800" b="1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7020687" y="4244912"/>
            <a:ext cx="79375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2400" b="1"/>
              <a:t>矫正</a:t>
            </a:r>
            <a:endParaRPr lang="zh-CN" altLang="en-US" sz="2400" b="1"/>
          </a:p>
        </p:txBody>
      </p:sp>
      <p:pic>
        <p:nvPicPr>
          <p:cNvPr id="11" name="图片 10" descr="post_object_image_193999418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8055" y="2368908"/>
            <a:ext cx="3786144" cy="3793671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4251008" y="2592419"/>
            <a:ext cx="87058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b="1"/>
              <a:t>矫正前</a:t>
            </a:r>
            <a:endParaRPr lang="zh-CN" altLang="en-US" b="1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3669030" y="6229286"/>
            <a:ext cx="203454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/>
              <a:t>矫正</a:t>
            </a:r>
            <a:r>
              <a:rPr lang="en-US" altLang="zh-CN" b="1"/>
              <a:t>stage1</a:t>
            </a:r>
            <a:r>
              <a:rPr lang="zh-CN" altLang="en-US" b="1"/>
              <a:t>框选图</a:t>
            </a:r>
            <a:endParaRPr lang="zh-CN" altLang="en-US" b="1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9048496" y="6229255"/>
            <a:ext cx="180530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/>
              <a:t>矫正</a:t>
            </a:r>
            <a:r>
              <a:rPr lang="en-US" altLang="zh-CN" b="1"/>
              <a:t>stage1</a:t>
            </a:r>
            <a:r>
              <a:rPr lang="zh-CN" altLang="en-US" b="1"/>
              <a:t>结果</a:t>
            </a:r>
            <a:endParaRPr lang="zh-CN" altLang="en-US" b="1"/>
          </a:p>
        </p:txBody>
      </p:sp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Stage 2</a:t>
            </a:r>
            <a:r>
              <a:rPr lang="zh-CN" altLang="en-US">
                <a:latin typeface="MiSans DemiBold" charset="0"/>
                <a:ea typeface="MiSans Medium" panose="00000600000000000000" charset="-122"/>
              </a:rPr>
              <a:t> 亚像素对齐模型（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STN - TPS</a:t>
            </a:r>
            <a:r>
              <a:rPr lang="zh-CN" altLang="en-US">
                <a:latin typeface="MiSans DemiBold" charset="0"/>
                <a:ea typeface="MiSans Medium" panose="00000600000000000000" charset="-122"/>
              </a:rPr>
              <a:t>）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3981450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损失函数设计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加权 Wing Loss，强化探测符与角点的回归权重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采用加权 Wing Loss 作为损失函数，该函数强化了探测符与角点的回归权重，有助于提高模型对这些关键位置的预测准确性，提升模型整体性能。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9" name="图片 8" descr="post_object_image_28670767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493" y="180594"/>
            <a:ext cx="3128303" cy="3134523"/>
          </a:xfrm>
          <a:prstGeom prst="rect">
            <a:avLst/>
          </a:prstGeom>
        </p:spPr>
      </p:pic>
      <p:pic>
        <p:nvPicPr>
          <p:cNvPr id="10" name="图片 9" descr="post_object_image_11382094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9568" y="180594"/>
            <a:ext cx="3128268" cy="3134487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5842635" y="1651762"/>
            <a:ext cx="793115" cy="82994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4800" b="1"/>
              <a:t>→</a:t>
            </a:r>
            <a:endParaRPr lang="zh-CN" altLang="en-US" sz="4800" b="1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036445" y="3448050"/>
            <a:ext cx="2395855" cy="53022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b="1"/>
              <a:t>stage2</a:t>
            </a:r>
            <a:r>
              <a:rPr lang="zh-CN" altLang="en-US" b="1"/>
              <a:t>定点图</a:t>
            </a:r>
            <a:endParaRPr lang="zh-CN" altLang="en-US" b="1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8551545" y="3448050"/>
            <a:ext cx="2052955" cy="50165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b="1"/>
              <a:t>stage2</a:t>
            </a:r>
            <a:r>
              <a:rPr lang="zh-CN" altLang="en-US" b="1"/>
              <a:t>矫正结果</a:t>
            </a:r>
            <a:endParaRPr lang="zh-CN" altLang="en-US" b="1"/>
          </a:p>
        </p:txBody>
      </p:sp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04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仿真数据集与训练策略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自动化数据生成流程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pic>
        <p:nvPicPr>
          <p:cNvPr id="3" name="内容占位符 2" descr="ab1cf672-2327-11f1-b9be-3641b94f2819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t="1839" b="1839"/>
          <a:stretch>
            <a:fillRect/>
          </a:stretch>
        </p:blipFill>
        <p:spPr>
          <a:xfrm>
            <a:off x="609600" y="609600"/>
            <a:ext cx="10972800" cy="3556000"/>
          </a:xfrm>
          <a:custGeom>
            <a:avLst/>
            <a:gdLst>
              <a:gd name="connisteX0" fmla="*/ 0 w 10972800"/>
              <a:gd name="connsiteY0" fmla="*/ 203200 h 3556000"/>
              <a:gd name="connisteX1" fmla="*/ 203200 w 10972800"/>
              <a:gd name="connsiteY1" fmla="*/ 0 h 3556000"/>
              <a:gd name="connisteX2" fmla="*/ 10769600 w 10972800"/>
              <a:gd name="connsiteY2" fmla="*/ 0 h 3556000"/>
              <a:gd name="connisteX3" fmla="*/ 10972800 w 10972800"/>
              <a:gd name="connsiteY3" fmla="*/ 203200 h 3556000"/>
              <a:gd name="connisteX4" fmla="*/ 10972800 w 10972800"/>
              <a:gd name="connsiteY4" fmla="*/ 3352800 h 3556000"/>
              <a:gd name="connisteX5" fmla="*/ 10769600 w 10972800"/>
              <a:gd name="connsiteY5" fmla="*/ 3556000 h 3556000"/>
              <a:gd name="connisteX6" fmla="*/ 203200 w 10972800"/>
              <a:gd name="connsiteY6" fmla="*/ 3556000 h 3556000"/>
              <a:gd name="connisteX7" fmla="*/ 0 w 10972800"/>
              <a:gd name="connsiteY7" fmla="*/ 3352800 h 3556000"/>
              <a:gd name="connisteX8" fmla="*/ 0 w 10972800"/>
              <a:gd name="connsiteY8" fmla="*/ 2032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55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352800"/>
                </a:lnTo>
                <a:cubicBezTo>
                  <a:pt x="10972800" y="3465024"/>
                  <a:pt x="10881824" y="3556000"/>
                  <a:pt x="10769600" y="3556000"/>
                </a:cubicBezTo>
                <a:lnTo>
                  <a:pt x="203200" y="3556000"/>
                </a:lnTo>
                <a:cubicBezTo>
                  <a:pt x="90976" y="3556000"/>
                  <a:pt x="0" y="3465024"/>
                  <a:pt x="0" y="3352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从100张base图派生5000+训练样本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该自动化数据生成流程以100张基础V40图像为基础，通过随机旋转、注入定位误差、随机占屏比例和全局平移等几何增强，以及色彩偏移、屏幕反光模拟等环境增强，派生出5000多个训练样本。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域随机化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几何增强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在域随机化中，几何增强包括随机旋转（±28°）、注入定位误差（±13%模拟Stage 1误差）、随机占屏比例（70%-95%）和全局平移，以此来增强模型在不同几何变换下的适应性。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装饰  4"/>
          <p:cNvSpPr>
            <a:spLocks noGrp="1"/>
          </p:cNvSpPr>
          <p:nvPr>
            <p:ph type="body" idx="16391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环境增强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环境增强是域随机化的重要部分，通过叠加色彩偏移、屏幕反光模拟、高斯噪声及JPEG压缩伪影，提升模型在真实拍摄场景下的鲁棒性。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理论传输速率计算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pic>
        <p:nvPicPr>
          <p:cNvPr id="3" name="图片占位符 2" descr="aae3950a-2327-11f1-be6e-2ec237e8548a"/>
          <p:cNvPicPr>
            <a:picLocks noChangeAspect="1"/>
          </p:cNvPicPr>
          <p:nvPr>
            <p:ph type="pic" idx="16390"/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21336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V40 - L容量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V40 - L的单流容量为2953字节，双流并行使得单帧物理容量翻倍。这意味着在数据传输过程中，每帧能够承载更多的数据，为高速传输提供了保障。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6" name="图片占位符 5" descr="aae39791-2327-11f1-be6e-2ec237e8548a"/>
          <p:cNvPicPr>
            <a:picLocks noChangeAspect="1"/>
          </p:cNvPicPr>
          <p:nvPr>
            <p:ph type="pic" idx="16391"/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79248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30fps速率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计算得出，在帧率为30fps的情况下，理论传输速率约为1.42 Mbps，即(2953 × 2) Bytes × 30 fps。不过实际速率需减去协议开销，如帧序号、总块数等15 - 20字节/帧。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05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当前进度总结与后续工作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本周成果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pic>
        <p:nvPicPr>
          <p:cNvPr id="3" name="内容占位符 2" descr="a86e8ae0-2327-11f1-be6e-2ec237e8548a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1063" b="1063"/>
          <a:stretch>
            <a:fillRect/>
          </a:stretch>
        </p:blipFill>
        <p:spPr>
          <a:xfrm>
            <a:off x="609600" y="15240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完成 Stage 2 增强版模型训练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本周成功完成了 Stage 2 增强版模型的训练工作。该模型采用两阶段架构，Stage 2 基于 MobileNetV3 - Small，通过积分回归预测关键点，利用 TPS 变换消除畸变，训练效果显著。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实现 800x800 高清对齐输出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经过训练，模型能够实现 800x800 的亚像素级高清对齐输出。通过对 100 张基础 V40 图像进行多种增强处理生成数据集，有效提升了模型在真实场景下的鲁棒性。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Sans DemiBold" charset="0"/>
                <a:ea typeface="MiSans Medium" panose="00000600000000000000" charset="-122"/>
              </a:rPr>
              <a:t>后续计划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集成后端 Rust 解码器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后续将把后端 Rust 解码器集成到系统中，Rust 具有高性能和安全性，集成后有望进一步优化系统性能，为后续的测试和应用打下坚实基础。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3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进行实测环境下的链路误码率测试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在完成解码器集成后，将在实测环境中进行链路误码率测试。通过测试可以评估系统在实际场景中的性能，发现潜在问题并进行改进，以提升系统的稳定性和可靠性。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THE END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6300">
                <a:latin typeface="MiSans DemiBold" charset="0"/>
                <a:ea typeface="MiSans Medium" panose="00000600000000000000" charset="-122"/>
              </a:rPr>
              <a:t>谢谢</a:t>
            </a:r>
            <a:endParaRPr lang="zh-CN" altLang="en-US" sz="6300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38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39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</p:tagLst>
</file>

<file path=ppt/tags/tag40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</p:tagLst>
</file>

<file path=ppt/tags/tag41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44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45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</p:tagLst>
</file>

<file path=ppt/tags/tag46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47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48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</p:tagLst>
</file>

<file path=ppt/tags/tag49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</p:tagLst>
</file>

<file path=ppt/tags/tag50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</p:tagLst>
</file>

<file path=ppt/tags/tag51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56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</p:tagLst>
</file>

<file path=ppt/tags/tag62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</p:tagLst>
</file>

<file path=ppt/tags/tag63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</p:tagLst>
</file>

<file path=ppt/tags/tag64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</p:tagLst>
</file>

<file path=ppt/tags/tag65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</p:tagLst>
</file>

<file path=ppt/tags/tag66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</p:tagLst>
</file>

<file path=ppt/tags/tag67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</p:tagLst>
</file>

<file path=ppt/tags/tag68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</p:tagLst>
</file>

<file path=ppt/tags/tag69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</p:tagLst>
</file>

<file path=ppt/tags/tag76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77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78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</p:tagLst>
</file>

<file path=ppt/tags/tag79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</p:tagLst>
</file>

<file path=ppt/tags/tag80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</p:tagLst>
</file>

<file path=ppt/tags/tag81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86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127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128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</p:tagLst>
</file>

<file path=ppt/tags/tag129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</p:tagLst>
</file>

<file path=ppt/tags/tag130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13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3.0"/>
</p:tagLst>
</file>

<file path=ppt/tags/tag138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139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b*1"/>
  <p:tag name="KSO_WM_UNIT_LAYERLEVEL" val="1"/>
  <p:tag name="KSO_WM_TAG_VERSION" val="3.0"/>
</p:tagLst>
</file>

<file path=ppt/tags/tag14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be905392b5a776f7f7c2e40982592b5860f1fb6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a*1"/>
  <p:tag name="KSO_WM_UNIT_LAYERLEVEL" val="1"/>
  <p:tag name="KSO_WM_TAG_VERSION" val="3.0"/>
</p:tagLst>
</file>

<file path=ppt/tags/tag145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1"/>
  <p:tag name="KSO_WM_UNIT_LAYERLEVEL" val="1_1_1"/>
  <p:tag name="KSO_WM_TAG_VERSION" val="3.0"/>
</p:tagLst>
</file>

<file path=ppt/tags/tag14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2"/>
  <p:tag name="KSO_WM_UNIT_LAYERLEVEL" val="1_1_1"/>
  <p:tag name="KSO_WM_TAG_VERSION" val="3.0"/>
</p:tagLst>
</file>

<file path=ppt/tags/tag147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1_1"/>
  <p:tag name="KSO_WM_UNIT_LAYERLEVEL" val="1_1_1"/>
  <p:tag name="KSO_WM_TAG_VERSION" val="3.0"/>
</p:tagLst>
</file>

<file path=ppt/tags/tag148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1"/>
  <p:tag name="KSO_WM_UNIT_LAYERLEVEL" val="1_1_1"/>
  <p:tag name="KSO_WM_TAG_VERSION" val="3.0"/>
</p:tagLst>
</file>

<file path=ppt/tags/tag14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2"/>
  <p:tag name="KSO_WM_UNIT_LAYERLEVEL" val="1_1_1"/>
  <p:tag name="KSO_WM_TAG_VERSION" val="3.0"/>
</p:tagLst>
</file>

<file path=ppt/tags/tag150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2_1"/>
  <p:tag name="KSO_WM_UNIT_LAYERLEVEL" val="1_1_1"/>
  <p:tag name="KSO_WM_TAG_VERSION" val="3.0"/>
</p:tagLst>
</file>

<file path=ppt/tags/tag151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1"/>
  <p:tag name="KSO_WM_UNIT_LAYERLEVEL" val="1_1_1"/>
  <p:tag name="KSO_WM_TAG_VERSION" val="3.0"/>
</p:tagLst>
</file>

<file path=ppt/tags/tag15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2"/>
  <p:tag name="KSO_WM_UNIT_LAYERLEVEL" val="1_1_1"/>
  <p:tag name="KSO_WM_TAG_VERSION" val="3.0"/>
</p:tagLst>
</file>

<file path=ppt/tags/tag153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3_1"/>
  <p:tag name="KSO_WM_UNIT_LAYERLEVEL" val="1_1_1"/>
  <p:tag name="KSO_WM_TAG_VERSION" val="3.0"/>
</p:tagLst>
</file>

<file path=ppt/tags/tag154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1"/>
  <p:tag name="KSO_WM_UNIT_LAYERLEVEL" val="1_1_1"/>
  <p:tag name="KSO_WM_TAG_VERSION" val="3.0"/>
</p:tagLst>
</file>

<file path=ppt/tags/tag155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2"/>
  <p:tag name="KSO_WM_UNIT_LAYERLEVEL" val="1_1_1"/>
  <p:tag name="KSO_WM_TAG_VERSION" val="3.0"/>
</p:tagLst>
</file>

<file path=ppt/tags/tag156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4_1"/>
  <p:tag name="KSO_WM_UNIT_LAYERLEVEL" val="1_1_1"/>
  <p:tag name="KSO_WM_TAG_VERSION" val="3.0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6"/>
  <p:tag name="KSO_WM_TEMPLATE_MASTER_TYPE" val="0"/>
  <p:tag name="KSO_WM_TEMPLATE_COLOR_TYPE" val="0"/>
  <p:tag name="KSO_WM_BEAUTIFY_FLAG" val="#wm#"/>
</p:tagLst>
</file>

<file path=ppt/tags/tag16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7cba8f96648ba84e"/>
  <p:tag name="KSO_WM_AITEMPLATE_STYLE_ID" val="69796643749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42c6862c63c3b0e540affaad65ee3b24ad0d641"/>
  <p:tag name="KSO_WM_NEWLAYOUT_GROUP_ID" val="layout_49"/>
  <p:tag name="KSO_WM_NEWLAYOUT_ID" val="slide_1314bfd01fc1266a"/>
</p:tagLst>
</file>

<file path=ppt/tags/tag17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c873374ceda0c5058ea18e013106937eef4a779"/>
  <p:tag name="KSO_WM_NEWLAYOUT_GROUP_ID" val="layout_10013"/>
  <p:tag name="KSO_WM_NEWLAYOUT_ID" val="slide_909174ba479587e6"/>
</p:tagLst>
</file>

<file path=ppt/tags/tag1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b54bc0d405b27e3a1aff3aefe7eafb86d510c25"/>
  <p:tag name="KSO_WM_NEWLAYOUT_GROUP_ID" val="layout_61"/>
  <p:tag name="KSO_WM_NEWLAYOUT_ID" val="slide_a545310637f23f8a"/>
</p:tagLst>
</file>

<file path=ppt/tags/tag1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2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4a3e5702dab6c3200051ac2664fb02768903633"/>
  <p:tag name="KSO_WM_NEWLAYOUT_GROUP_ID" val="layout_10004"/>
  <p:tag name="KSO_WM_NEWLAYOUT_ID" val="slide_b144048f8bd8f017"/>
</p:tagLst>
</file>

<file path=ppt/tags/tag2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b9d6c2126772c69f6d4756d6f7c5c0a497e2db6"/>
  <p:tag name="KSO_WM_NEWLAYOUT_GROUP_ID" val="layout_63"/>
  <p:tag name="KSO_WM_NEWLAYOUT_ID" val="slide_cd21ea65db8caf9f"/>
</p:tagLst>
</file>

<file path=ppt/tags/tag2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e57053c0fbba253dc946aa1ec75149fb12a1bb6"/>
  <p:tag name="KSO_WM_NEWLAYOUT_GROUP_ID" val="layout_42"/>
  <p:tag name="KSO_WM_NEWLAYOUT_ID" val="slide_2dc851f69fcadb0b"/>
</p:tagLst>
</file>

<file path=ppt/tags/tag2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b663b2dc849a09f9ca0aa0e1988640675b16371"/>
  <p:tag name="KSO_WM_NEWLAYOUT_GROUP_ID" val="layout_32"/>
  <p:tag name="KSO_WM_NEWLAYOUT_ID" val="slide_29985086e0bfd03e"/>
</p:tagLst>
</file>

<file path=ppt/tags/tag2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2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28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32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2"/>
  <p:tag name="KSO_WM_UNIT_TYPE" val="l_h_i"/>
</p:tagLst>
</file>

<file path=ppt/tags/tag233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9f10ed66d17e91fb6ca9d336d08be330af2227"/>
  <p:tag name="KSO_WM_NEWLAYOUT_GROUP_ID" val="layout_3"/>
  <p:tag name="KSO_WM_NEWLAYOUT_ID" val="slide_4c738f54614abf31"/>
</p:tagLst>
</file>

<file path=ppt/tags/tag24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41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45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5f926e2434d49ad61cc3d1794dbf8673f7ec6e1"/>
  <p:tag name="KSO_WM_NEWLAYOUT_GROUP_ID" val="layout_34"/>
  <p:tag name="KSO_WM_NEWLAYOUT_ID" val="slide_50381a1515f2a7e2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60d565ee68c40feac6310ba1e0522a174e6bdbd"/>
  <p:tag name="KSO_WM_NEWLAYOUT_GROUP_ID" val="layout_10012"/>
  <p:tag name="KSO_WM_NEWLAYOUT_ID" val="slide_b551fdac1a16f7a8"/>
</p:tagLst>
</file>

<file path=ppt/tags/tag2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95018cf6930f2071e79cac9266ef5e3746e254f"/>
  <p:tag name="KSO_WM_NEWLAYOUT_GROUP_ID" val="layout_30"/>
  <p:tag name="KSO_WM_NEWLAYOUT_ID" val="slide_e9c9b466aa0ef847"/>
</p:tagLst>
</file>

<file path=ppt/tags/tag2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7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afbb0a285698bcb58d5bbe67401e20dbcd384e"/>
  <p:tag name="KSO_WM_NEWLAYOUT_GROUP_ID" val="layout_35"/>
  <p:tag name="KSO_WM_NEWLAYOUT_ID" val="slide_d96357fe6779c82b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984c7e911a765e004e4755065d9dbd7c6af55c"/>
  <p:tag name="KSO_WM_NEWLAYOUT_GROUP_ID" val="layout_26"/>
  <p:tag name="KSO_WM_NEWLAYOUT_ID" val="slide_33b65c8d547e38d4"/>
</p:tagLst>
</file>

<file path=ppt/tags/tag2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399dd0d0d6e181107e78cad890df2b22d906fbf"/>
  <p:tag name="KSO_WM_NEWLAYOUT_GROUP_ID" val="layout_6"/>
  <p:tag name="KSO_WM_NEWLAYOUT_ID" val="slide_ac564ea1f79a8670"/>
</p:tagLst>
</file>

<file path=ppt/tags/tag3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0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a3df370ffb090c74b8b609ac38685ebc7ab8458a"/>
  <p:tag name="KSO_WM_NEWLAYOUT_GROUP_ID" val="layout_1-5"/>
  <p:tag name="KSO_WM_NEWLAYOUT_ID" val="slide_cea45c27deb23863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1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1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2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2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32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6"/>
  <p:tag name="KSO_WM_TEMPLATE_MASTER_TYPE" val="0"/>
  <p:tag name="KSO_WM_TEMPLATE_COLOR_TYPE" val="0"/>
  <p:tag name="KSO_WM_BEAUTIFY_FLAG" val="#wm#"/>
</p:tagLst>
</file>

<file path=ppt/tags/tag33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7cba8f96648ba84e"/>
</p:tagLst>
</file>

<file path=ppt/tags/tag338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TEMPLATE_CATEGORY" val="custom"/>
  <p:tag name="KSO_WM_TEMPLATE_INDEX" val="40494636"/>
  <p:tag name="KSO_WM_UNIT_LAYERLEVEL" val="1"/>
  <p:tag name="KSO_WM_UNIT_ID" val="custom40494636_1*f*1"/>
  <p:tag name="KSO_WM_TAG_VERSION" val="3.0"/>
  <p:tag name="KSO_WM_UNIT_TEXT_LAYER_COUNT" val="1"/>
  <p:tag name="KSO_WM_UNIT_PRESET_TEXT" val="20XX YEAR 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</p:tagLst>
</file>

<file path=ppt/tags/tag339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1*a*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</p:tagLst>
</file>

<file path=ppt/tags/tag340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TEMPLATE_CATEGORY" val="custom"/>
  <p:tag name="KSO_WM_TEMPLATE_INDEX" val="40494636"/>
  <p:tag name="KSO_WM_UNIT_LAYERLEVEL" val="1"/>
  <p:tag name="KSO_WM_UNIT_ID" val="custom40494636_1*f*2"/>
  <p:tag name="KSO_WM_TAG_VERSION" val="3.0"/>
  <p:tag name="KSO_WM_UNIT_TEXT_LAYER_COUNT" val="1"/>
  <p:tag name="KSO_WM_UNIT_PRESET_TEXT" val="BY WPS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</p:tagLst>
</file>

<file path=ppt/tags/tag341.xml><?xml version="1.0" encoding="utf-8"?>
<p:tagLst xmlns:p="http://schemas.openxmlformats.org/presentationml/2006/main">
  <p:tag name="KSO_WM_FIGMA_LIMIT" val=""/>
  <p:tag name="KSO_WM_FIGMA_SLIDE_GROUP" val="1"/>
  <p:tag name="KSO_WM_SLIDE_TYPE" val="title"/>
  <p:tag name="KSO_WM_TEMPLATE_SUBCATEGORY" val="29"/>
  <p:tag name="KSO_WM_TAG_VERSION" val="3.0"/>
  <p:tag name="KSO_WM_TEMPLATE_CATEGORY" val="custom"/>
  <p:tag name="KSO_WM_TEMPLATE_INDEX" val="40494636"/>
  <p:tag name="KSO_WM_SLIDE_ID" val="custom40494636_1"/>
  <p:tag name="KSO_WM_TEMPLATE_MASTER_TYPE" val="0"/>
  <p:tag name="KSO_WM_TEMPLATE_COLOR_TYPE" val="0"/>
  <p:tag name="KSO_WM_SLIDE_ITEM_CNT" val="0"/>
  <p:tag name="KSO_WM_SLIDE_INDEX" val="1"/>
  <p:tag name="KSO_WM_BEAUTIFY_FLAG" val="#wm#"/>
  <p:tag name="KSO_WM_SLIDE_LAYOUT" val="a_f"/>
  <p:tag name="KSO_WM_SLIDE_LAYOUT_CNT" val="1_2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a3df370ffb090c74b8b609ac38685ebc7ab8458a"/>
  <p:tag name="KSO_WM_NEWLAYOUT_GROUP_ID" val="layout_1-5"/>
  <p:tag name="KSO_WM_NEWLAYOUT_ID" val="slide_cea45c27deb23863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34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34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5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35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35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359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43749"/>
  <p:tag name="KSO_WM_TEMPLATE_SLIDE_ID" val="slide_cea45c27deb23863"/>
</p:tagLst>
</file>

<file path=ppt/tags/tag360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361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362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3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399dd0d0d6e181107e78cad890df2b22d906fbf"/>
  <p:tag name="KSO_WM_NEWLAYOUT_GROUP_ID" val="layout_6"/>
  <p:tag name="KSO_WM_NEWLAYOUT_ID" val="slide_ac564ea1f79a8670"/>
  <p:tag name="KSO_WM_UNIT_PRESET_TEXT" val="单击此处添加标题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3/334e15da-eeee-4225-8350-8a02c43527e8.jpg?Expires=1805414870\u0026AWSAccessKeyId=AKLT9NSy7kh8TIS1UzNqLRY2\u0026Signature=JTHDD0MFt7FXkwHsAO2xfE5wCr4%3D&quot;,&quot;product_name&quot;:&quot;wps-wpp-pc&quot;,&quot;intention_code&quot;:&quot;wps_wpp_generate_outline_pay&quot;}*auto_qingqiu_3.0.7_prod*1773878866432_bb3515_abf8979241b1-slide-3"/>
</p:tagLst>
</file>

<file path=ppt/tags/tag36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368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ac564ea1f79a8670"/>
</p:tagLst>
</file>

<file path=ppt/tags/tag3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984c7e911a765e004e4755065d9dbd7c6af55c"/>
  <p:tag name="KSO_WM_NEWLAYOUT_GROUP_ID" val="layout_26"/>
  <p:tag name="KSO_WM_NEWLAYOUT_ID" val="slide_33b65c8d547e38d4"/>
  <p:tag name="KSO_WM_UNIT_PRESET_TEXT" val="单击此处添加标题"/>
</p:tagLst>
</file>

<file path=ppt/tags/tag37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3/9b10d707-1a3b-4cdf-be26-e48256b0e15f.jpg?Expires=1805414870\u0026AWSAccessKeyId=AKLT9NSy7kh8TIS1UzNqLRY2\u0026Signature=NlmCX3tv2ibInsXoqNLda9aiCJs%3D&quot;,&quot;product_name&quot;:&quot;wps-wpp-pc&quot;,&quot;intention_code&quot;:&quot;wps_wpp_generate_outline_pay&quot;}*auto_qingqiu_3.0.7_prod*1773878866432_bb3515_abf8979241b1-slide-4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3/be78faa4-d891-40c3-859a-f20cff2f4b37.jpg?Expires=1805414870\u0026AWSAccessKeyId=AKLT9NSy7kh8TIS1UzNqLRY2\u0026Signature=WHDwvsEM6wLZukO2Xfm3QkG0N98%3D&quot;,&quot;product_name&quot;:&quot;wps-wpp-pc&quot;,&quot;intention_code&quot;:&quot;wps_wpp_generate_outline_pay&quot;}*auto_qingqiu_3.0.7_prod*1773878866432_bb3515_abf8979241b1-slide-4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3/70d756eb-4404-4faa-a504-d9ed5997717a.jpg?Expires=1805414870\u0026AWSAccessKeyId=AKLT9NSy7kh8TIS1UzNqLRY2\u0026Signature=254ZDXFVuW4ceZ6et8ZHcFJpcs8%3D&quot;,&quot;product_name&quot;:&quot;wps-wpp-pc&quot;,&quot;intention_code&quot;:&quot;wps_wpp_generate_outline_pay&quot;}*auto_qingqiu_3.0.7_prod*1773878866432_bb3515_abf8979241b1-slide-4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8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33b65c8d547e38d4"/>
</p:tagLst>
</file>

<file path=ppt/tags/tag3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afbb0a285698bcb58d5bbe67401e20dbcd384e"/>
  <p:tag name="KSO_WM_NEWLAYOUT_GROUP_ID" val="layout_35"/>
  <p:tag name="KSO_WM_NEWLAYOUT_ID" val="slide_d96357fe6779c82b"/>
  <p:tag name="KSO_WM_UNIT_PRESET_TEXT" val="单击此处添加标题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9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d96357fe6779c82b"/>
</p:tagLst>
</file>

<file path=ppt/tags/tag391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39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393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3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95018cf6930f2071e79cac9266ef5e3746e254f"/>
  <p:tag name="KSO_WM_NEWLAYOUT_GROUP_ID" val="layout_30"/>
  <p:tag name="KSO_WM_NEWLAYOUT_ID" val="slide_e9c9b466aa0ef847"/>
  <p:tag name="KSO_WM_UNIT_PRESET_TEXT" val="单击此处添加标题"/>
</p:tagLst>
</file>

<file path=ppt/tags/tag39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398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e9c9b466aa0ef847"/>
</p:tagLst>
</file>

<file path=ppt/tags/tag399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40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401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4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e57053c0fbba253dc946aa1ec75149fb12a1bb6"/>
  <p:tag name="KSO_WM_NEWLAYOUT_GROUP_ID" val="layout_42"/>
  <p:tag name="KSO_WM_NEWLAYOUT_ID" val="slide_2dc851f69fcadb0b"/>
  <p:tag name="KSO_WM_UNIT_PRESET_TEXT" val="单击此处添加标题"/>
</p:tagLst>
</file>

<file path=ppt/tags/tag40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406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2dc851f69fcadb0b"/>
</p:tagLst>
</file>

<file path=ppt/tags/tag407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408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409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4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b9d6c2126772c69f6d4756d6f7c5c0a497e2db6"/>
  <p:tag name="KSO_WM_NEWLAYOUT_GROUP_ID" val="layout_63"/>
  <p:tag name="KSO_WM_NEWLAYOUT_ID" val="slide_cd21ea65db8caf9f"/>
  <p:tag name="KSO_WM_UNIT_PRESET_TEXT" val="单击此处添加标题"/>
</p:tagLst>
</file>

<file path=ppt/tags/tag4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3/e774d8d8-1925-4bf0-85e5-af421d7e44bf.jpg?Expires=1805414870\u0026AWSAccessKeyId=AKLT9NSy7kh8TIS1UzNqLRY2\u0026Signature=Nn3f7WwGBQZdg0M7MsOC4Hk0x5U%3D&quot;,&quot;product_name&quot;:&quot;wps-wpp-pc&quot;,&quot;intention_code&quot;:&quot;wps_wpp_generate_outline_pay&quot;}*auto_qingqiu_3.0.7_prod*1773878866432_bb3515_abf8979241b1-slide-15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414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749"/>
  <p:tag name="KSO_WM_TEMPLATE_SLIDE_ID" val="slide_cd21ea65db8caf9f"/>
</p:tagLst>
</file>

<file path=ppt/tags/tag4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4a3e5702dab6c3200051ac2664fb02768903633"/>
  <p:tag name="KSO_WM_NEWLAYOUT_GROUP_ID" val="layout_10004"/>
  <p:tag name="KSO_WM_NEWLAYOUT_ID" val="slide_b144048f8bd8f017"/>
  <p:tag name="KSO_WM_UNIT_PRESET_TEXT" val="单击此处添加标题"/>
</p:tagLst>
</file>

<file path=ppt/tags/tag4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b144048f8bd8f017"/>
</p:tagLst>
</file>

<file path=ppt/tags/tag4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5f926e2434d49ad61cc3d1794dbf8673f7ec6e1"/>
  <p:tag name="KSO_WM_NEWLAYOUT_GROUP_ID" val="layout_34"/>
  <p:tag name="KSO_WM_NEWLAYOUT_ID" val="slide_50381a1515f2a7e2"/>
  <p:tag name="KSO_WM_UNIT_PRESET_TEXT" val="单击此处添加标题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3/34d3d458-d55b-4b0c-8fdb-93111721e408.jpg?Expires=1805414869\u0026AWSAccessKeyId=AKLT9NSy7kh8TIS1UzNqLRY2\u0026Signature=ncvlmHMOd17DSEQTAukllCcM7L8%3D&quot;,&quot;product_name&quot;:&quot;wps-wpp-pc&quot;,&quot;intention_code&quot;:&quot;wps_wpp_generate_outline_pay&quot;}*auto_qingqiu_3.0.7_prod*1773878866432_bb3515_abf8979241b1-slide-9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3/0e80f7a1-b23e-4c34-a40d-5010f9edf815.jpg?Expires=1805414869\u0026AWSAccessKeyId=AKLT9NSy7kh8TIS1UzNqLRY2\u0026Signature=i3cSsRUbXZIx%2B%2FlpTwhKs5GY7Yo%3D&quot;,&quot;product_name&quot;:&quot;wps-wpp-pc&quot;,&quot;intention_code&quot;:&quot;wps_wpp_generate_outline_pay&quot;}*auto_qingqiu_3.0.7_prod*1773878866432_bb3515_abf8979241b1-slide-9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3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50381a1515f2a7e2"/>
</p:tagLst>
</file>

<file path=ppt/tags/tag431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43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433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4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c873374ceda0c5058ea18e013106937eef4a779"/>
  <p:tag name="KSO_WM_NEWLAYOUT_GROUP_ID" val="layout_10013"/>
  <p:tag name="KSO_WM_NEWLAYOUT_ID" val="slide_909174ba479587e6"/>
  <p:tag name="KSO_WM_UNIT_PRESET_TEXT" val="单击此处添加标题"/>
</p:tagLst>
</file>

<file path=ppt/tags/tag4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s://sjzg-images.ks3-cn-beijing-internal.ksyun.com/tim_gen_images/doubao_gen/2780115b6b01086f47b64aa0d951bdb1_0.png?Expires=1773965266\u0026AWSAccessKeyId=AKLTHzmNYxS86KQFnb2pvxtA\u0026Signature=tDgApIT%2BXM00r7UZ%2F%2Ft8fDcuwrA%3D&quot;,&quot;product_name&quot;:&quot;wps-wpp-pc&quot;,&quot;intention_code&quot;:&quot;wps_wpp_generate_outline_pay&quot;}*auto_cache_hit_3.0.7_prod*1773878866432_bb3515_abf8979241b1-slide-19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4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909174ba479587e6"/>
</p:tagLst>
</file>

<file path=ppt/tags/tag4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42c6862c63c3b0e540affaad65ee3b24ad0d641"/>
  <p:tag name="KSO_WM_NEWLAYOUT_GROUP_ID" val="layout_49"/>
  <p:tag name="KSO_WM_NEWLAYOUT_ID" val="slide_1314bfd01fc1266a"/>
  <p:tag name="KSO_WM_UNIT_PRESET_TEXT" val="单击此处添加标题"/>
</p:tagLst>
</file>

<file path=ppt/tags/tag44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4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4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5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1314bfd01fc1266a"/>
</p:tagLst>
</file>

<file path=ppt/tags/tag451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TEMPLATE_CATEGORY" val="custom"/>
  <p:tag name="KSO_WM_TEMPLATE_INDEX" val="40494636"/>
  <p:tag name="KSO_WM_UNIT_LAYERLEVEL" val="1"/>
  <p:tag name="KSO_WM_UNIT_ID" val="custom40494636_5*b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THE END"/>
</p:tagLst>
</file>

<file path=ppt/tags/tag45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5*a*1"/>
  <p:tag name="KSO_WM_TAG_VERSION" val="3.0"/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PRESET_TEXT" val="谢谢观看"/>
</p:tagLst>
</file>

<file path=ppt/tags/tag453.xml><?xml version="1.0" encoding="utf-8"?>
<p:tagLst xmlns:p="http://schemas.openxmlformats.org/presentationml/2006/main">
  <p:tag name="KSO_WM_FIGMA_LIMIT" val=""/>
  <p:tag name="KSO_WM_FIGMA_SLIDE_GROUP" val="1"/>
  <p:tag name="KSO_WM_SLIDE_TYPE" val="endPage"/>
  <p:tag name="KSO_WM_TEMPLATE_SUBCATEGORY" val="29"/>
  <p:tag name="KSO_WM_TAG_VERSION" val="3.0"/>
  <p:tag name="KSO_WM_TEMPLATE_CATEGORY" val="custom"/>
  <p:tag name="KSO_WM_TEMPLATE_INDEX" val="40494636"/>
  <p:tag name="KSO_WM_SLIDE_ID" val="custom40494636_5"/>
  <p:tag name="KSO_WM_TEMPLATE_MASTER_TYPE" val="0"/>
  <p:tag name="KSO_WM_TEMPLATE_COLOR_TYPE" val="0"/>
  <p:tag name="KSO_WM_SLIDE_ITEM_CNT" val="0"/>
  <p:tag name="KSO_WM_SLIDE_INDEX" val="5"/>
  <p:tag name="KSO_WM_BEAUTIFY_FLAG" val="#wm#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蓝色毕业答辩简约风主题">
  <a:themeElements>
    <a:clrScheme name="自定义 316">
      <a:dk1>
        <a:srgbClr val="000000"/>
      </a:dk1>
      <a:lt1>
        <a:srgbClr val="FFFFFF"/>
      </a:lt1>
      <a:dk2>
        <a:srgbClr val="333638"/>
      </a:dk2>
      <a:lt2>
        <a:srgbClr val="EFF1F4"/>
      </a:lt2>
      <a:accent1>
        <a:srgbClr val="0745AA"/>
      </a:accent1>
      <a:accent2>
        <a:srgbClr val="478DFF"/>
      </a:accent2>
      <a:accent3>
        <a:srgbClr val="1B55B3"/>
      </a:accent3>
      <a:accent4>
        <a:srgbClr val="69A9FF"/>
      </a:accent4>
      <a:accent5>
        <a:srgbClr val="356CC4"/>
      </a:accent5>
      <a:accent6>
        <a:srgbClr val="91C5FF"/>
      </a:accent6>
      <a:hlink>
        <a:srgbClr val="DDEBFF"/>
      </a:hlink>
      <a:folHlink>
        <a:srgbClr val="75ADFB"/>
      </a:folHlink>
    </a:clrScheme>
    <a:fontScheme name="">
      <a:majorFont>
        <a:latin typeface="MiSans DemiBold"/>
        <a:ea typeface="MiSans Medium"/>
        <a:cs typeface=""/>
      </a:majorFont>
      <a:minorFont>
        <a:latin typeface="MiSans Medium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蓝色毕业答辩简约风主题">
  <a:themeElements>
    <a:clrScheme name="">
      <a:dk1>
        <a:srgbClr val="000000"/>
      </a:dk1>
      <a:lt1>
        <a:srgbClr val="FFFFFF"/>
      </a:lt1>
      <a:dk2>
        <a:srgbClr val="03204C"/>
      </a:dk2>
      <a:lt2>
        <a:srgbClr val="F2F3F5"/>
      </a:lt2>
      <a:accent1>
        <a:srgbClr val="0745AA"/>
      </a:accent1>
      <a:accent2>
        <a:srgbClr val="478DFF"/>
      </a:accent2>
      <a:accent3>
        <a:srgbClr val="1B55B3"/>
      </a:accent3>
      <a:accent4>
        <a:srgbClr val="88B4FB"/>
      </a:accent4>
      <a:accent5>
        <a:srgbClr val="356CC4"/>
      </a:accent5>
      <a:accent6>
        <a:srgbClr val="9EC0F9"/>
      </a:accent6>
      <a:hlink>
        <a:srgbClr val="DDEBFF"/>
      </a:hlink>
      <a:folHlink>
        <a:srgbClr val="75ADFB"/>
      </a:folHlink>
    </a:clrScheme>
    <a:fontScheme name="">
      <a:majorFont>
        <a:latin typeface="MiSans DemiBold"/>
        <a:ea typeface="MiSans Medium"/>
        <a:cs typeface=""/>
      </a:majorFont>
      <a:minorFont>
        <a:latin typeface="MiSans Medium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1941</Words>
  <Application>WPS 演示</Application>
  <PresentationFormat>宽屏</PresentationFormat>
  <Paragraphs>207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MiSans DemiBold</vt:lpstr>
      <vt:lpstr>Beauty</vt:lpstr>
      <vt:lpstr>MiSans Medium</vt:lpstr>
      <vt:lpstr>MiSans Normal</vt:lpstr>
      <vt:lpstr>Wingdings</vt:lpstr>
      <vt:lpstr>Arial Unicode MS</vt:lpstr>
      <vt:lpstr>Calibri</vt:lpstr>
      <vt:lpstr>MiSans Medium</vt:lpstr>
      <vt:lpstr>MiSans Normal</vt:lpstr>
      <vt:lpstr>黑体</vt:lpstr>
      <vt:lpstr>Office 主题</vt:lpstr>
      <vt:lpstr>1_蓝色毕业答辩简约风主题</vt:lpstr>
      <vt:lpstr>2_蓝色毕业答辩简约风主题</vt:lpstr>
      <vt:lpstr>基于深度学习的可见光通信（VLC）二维码高速传输系统</vt:lpstr>
      <vt:lpstr>目录</vt:lpstr>
      <vt:lpstr>项目背景与目标</vt:lpstr>
      <vt:lpstr>可见光通信（VLC）简介</vt:lpstr>
      <vt:lpstr>挑战</vt:lpstr>
      <vt:lpstr>本周核心目标</vt:lpstr>
      <vt:lpstr>Version 40 RGBW 彩色二维码方案</vt:lpstr>
      <vt:lpstr> 物理规格</vt:lpstr>
      <vt:lpstr>Stage 2 亚像素对齐模型（STN - TPS）</vt:lpstr>
      <vt:lpstr>损失函数设计</vt:lpstr>
      <vt:lpstr>仿真数据集与训练策略</vt:lpstr>
      <vt:lpstr>自动化数据生成流程</vt:lpstr>
      <vt:lpstr>域随机化（Domain Randomization）</vt:lpstr>
      <vt:lpstr>理论传输速率计算</vt:lpstr>
      <vt:lpstr>当前进度总结与后续工作</vt:lpstr>
      <vt:lpstr>本周成果</vt:lpstr>
      <vt:lpstr>后续计划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基于YOLO8s和STN的可见光通信二维码高速传输系统</dc:title>
  <dc:creator/>
  <cp:lastModifiedBy>15710668700</cp:lastModifiedBy>
  <cp:revision>12</cp:revision>
  <dcterms:created xsi:type="dcterms:W3CDTF">2026-03-19T09:00:19Z</dcterms:created>
  <dcterms:modified xsi:type="dcterms:W3CDTF">2026-03-19T09:05:18Z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TemplateUUID">
    <vt:lpwstr>v1.0_ai_69796643749</vt:lpwstr>
  </property>
  <property fmtid="{D5CDD505-2E9C-101B-9397-08002B2CF9AE}" pid="4" name="ICV">
    <vt:lpwstr>E61219DE73A975F36D3EBB69BDFC55C6_42</vt:lpwstr>
  </property>
</Properties>
</file>