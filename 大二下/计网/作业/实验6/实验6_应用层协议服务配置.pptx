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2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7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《计算机网络》实验六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应用层协议服务配置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9050">
            <a:solidFill>
              <a:srgbClr val="4A7D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 2024 级 卓越班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王子恒    34520242201240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5 月 24 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实验目的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DNS、HTTP、HTTPS、FTP、SSH、SMB、邮件协议服务的配置方法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 Linux Server 下应用层服务的安装与部署流程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理解常见应用层协议的端口号与工作流程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学习使用 systemctl、journalctl 等工具进行服务测试与排错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实验环境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 / 软件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宿主机操作系统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虚拟化平台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11.0.0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虚拟机操作系统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 22.04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 / 脚本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/ Bash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服务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服务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邮件服务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Postfix + Dovecot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远程登录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文件传输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vsftpd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home/claude/ppt_image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05840"/>
            <a:ext cx="3474720" cy="2171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图0  系统启动与登录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服务配置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Bind9 安装与区域文件配置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named.conf.local 与 db.hsunion.com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/ nslookup 查询域名解析结果</a:t>
            </a:r>
            <a:endParaRPr lang="en-US" sz="1300" dirty="0"/>
          </a:p>
        </p:txBody>
      </p:sp>
      <p:pic>
        <p:nvPicPr>
          <p:cNvPr id="6" name="Image 0" descr="/home/claude/ppt_image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3931920" cy="2459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图2  DNS 服务安装与配置</a:t>
            </a:r>
            <a:endParaRPr lang="en-US" sz="900" dirty="0"/>
          </a:p>
        </p:txBody>
      </p:sp>
      <p:pic>
        <p:nvPicPr>
          <p:cNvPr id="8" name="Image 1" descr="/home/claude/ppt_image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0"/>
            <a:ext cx="3931920" cy="2459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图3  DNS 服务测试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 服务配置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安装与站点配置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生成自签名证书，配置 HTTPS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测试 HTTP 与 HTTPS 访问</a:t>
            </a:r>
            <a:endParaRPr lang="en-US" sz="1300" dirty="0"/>
          </a:p>
        </p:txBody>
      </p:sp>
      <p:pic>
        <p:nvPicPr>
          <p:cNvPr id="6" name="Image 0" descr="/home/claude/ppt_image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393192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10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图4  HTTP 安装配置</a:t>
            </a:r>
            <a:endParaRPr lang="en-US" sz="800" dirty="0"/>
          </a:p>
        </p:txBody>
      </p:sp>
      <p:pic>
        <p:nvPicPr>
          <p:cNvPr id="8" name="Image 1" descr="/home/claude/ppt_image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393192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310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图5  HTTP 测试</a:t>
            </a:r>
            <a:endParaRPr lang="en-US" sz="800" dirty="0"/>
          </a:p>
        </p:txBody>
      </p:sp>
      <p:pic>
        <p:nvPicPr>
          <p:cNvPr id="10" name="Image 2" descr="/home/claude/ppt_images/image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393192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49103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图6  HTTPS 证书配置</a:t>
            </a:r>
            <a:endParaRPr lang="en-US" sz="800" dirty="0"/>
          </a:p>
        </p:txBody>
      </p:sp>
      <p:pic>
        <p:nvPicPr>
          <p:cNvPr id="12" name="Image 3" descr="/home/claude/ppt_images/image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20440"/>
            <a:ext cx="3931920" cy="1371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54880" y="49103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图7  HTTPS 测试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与 SSH 服务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安装与配置本地用户登录权限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服务运行状态确认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文件列表读取与 SSH 端口测试</a:t>
            </a:r>
            <a:endParaRPr lang="en-US" sz="1300" dirty="0"/>
          </a:p>
        </p:txBody>
      </p:sp>
      <p:pic>
        <p:nvPicPr>
          <p:cNvPr id="6" name="Image 0" descr="/home/claude/ppt_image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2651760" cy="1655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8039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图8  FTP 安装配置</a:t>
            </a:r>
            <a:endParaRPr lang="en-US" sz="800" dirty="0"/>
          </a:p>
        </p:txBody>
      </p:sp>
      <p:pic>
        <p:nvPicPr>
          <p:cNvPr id="8" name="Image 1" descr="/home/claude/ppt_images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103120"/>
            <a:ext cx="2651760" cy="1655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38039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图9  FTP 测试</a:t>
            </a:r>
            <a:endParaRPr lang="en-US" sz="800" dirty="0"/>
          </a:p>
        </p:txBody>
      </p:sp>
      <p:pic>
        <p:nvPicPr>
          <p:cNvPr id="10" name="Image 2" descr="/home/claude/ppt_images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2651760" cy="1655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09360" y="38039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图10  SSH 测试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文件共享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安装与 smb.conf 共享段配置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创建共享目录并设置访问权限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smbclient 测试文件列表浏览</a:t>
            </a:r>
            <a:endParaRPr lang="en-US" sz="1300" dirty="0"/>
          </a:p>
        </p:txBody>
      </p:sp>
      <p:pic>
        <p:nvPicPr>
          <p:cNvPr id="6" name="Image 0" descr="/home/claude/ppt_images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3931920" cy="2459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图11  Samba 安装与配置</a:t>
            </a:r>
            <a:endParaRPr lang="en-US" sz="900" dirty="0"/>
          </a:p>
        </p:txBody>
      </p:sp>
      <p:pic>
        <p:nvPicPr>
          <p:cNvPr id="8" name="Image 1" descr="/home/claude/ppt_images/image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931920" cy="2459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图12  Samba 测试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邮件服务配置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Postfix（SMTP）与 Dovecot（POP3/IMAP）安装配置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main.cf 配置域名与协议参数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-tlnp 确认 25、110、143 端口监听正常</a:t>
            </a:r>
            <a:endParaRPr lang="en-US" sz="1300" dirty="0"/>
          </a:p>
        </p:txBody>
      </p:sp>
      <p:pic>
        <p:nvPicPr>
          <p:cNvPr id="6" name="Image 0" descr="/home/claude/ppt_images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3931920" cy="2459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图13  邮件服务安装与配置</a:t>
            </a:r>
            <a:endParaRPr lang="en-US" sz="900" dirty="0"/>
          </a:p>
        </p:txBody>
      </p:sp>
      <p:pic>
        <p:nvPicPr>
          <p:cNvPr id="8" name="Image 1" descr="/home/claude/ppt_images/image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931920" cy="2459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图14  邮件服务测试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389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+ OpenSSL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vsftpd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Postfix + Dovecot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正常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home/claude/ppt_images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05840"/>
            <a:ext cx="36576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图15  实验结果汇总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所有服务均为 active 状态，截图与日志已归档保存。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2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86000" cy="0"/>
          </a:xfrm>
          <a:prstGeom prst="line">
            <a:avLst/>
          </a:prstGeom>
          <a:noFill/>
          <a:ln w="19050">
            <a:solidFill>
              <a:srgbClr val="4A7D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熟悉了 Linux 下 DNS、HTTP/HTTPS、FTP、SSH、SMB、邮件等应用层服务的完整部署流程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掌握了 systemctl 管理服务状态和 journalctl 查看日志排错的方法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遇到的典型问题：HTTPS 证书路径需写绝对路径；Samba 目录权限需与 smb.conf 配合；Postfix 需先配置域名参数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0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PowerShell + Bash 自动化脚本减少了重复操作，提升了实验效率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计算机网络实验六 应用层协议服务配置</dc:title>
  <dc:subject>PptxGenJS Presentation</dc:subject>
  <dc:creator>王子恒</dc:creator>
  <cp:lastModifiedBy>王子恒</cp:lastModifiedBy>
  <cp:revision>1</cp:revision>
  <dcterms:created xsi:type="dcterms:W3CDTF">2026-05-24T16:14:22Z</dcterms:created>
  <dcterms:modified xsi:type="dcterms:W3CDTF">2026-05-24T16:14:22Z</dcterms:modified>
</cp:coreProperties>
</file>