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59" r:id="rId5"/>
    <p:sldId id="262" r:id="rId6"/>
    <p:sldId id="257" r:id="rId7"/>
    <p:sldId id="258" r:id="rId8"/>
    <p:sldId id="260" r:id="rId9"/>
    <p:sldId id="26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51FB37-713A-447A-A9E8-0F54D4BA5B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819E153-FD53-4DAA-869F-FF9EB0746D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86E6C2-E2AC-45D7-8251-B49AF49F4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6D88-6A70-486F-80A4-6A0753BB1E07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FB2998-7D31-473C-858A-3195E1503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4C0EA0-33DD-4B30-AC70-8DC062A80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34203-0668-4E9D-BC2D-47D1453168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846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BDEB57-A244-4919-A810-9DC8930F3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EA557E-E387-4014-9D87-147B6D0A3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B5C956-80CC-4EB1-B4DF-64D746BF7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6D88-6A70-486F-80A4-6A0753BB1E07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01069-9DF4-463B-9E0F-24E499BCF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1CF623-8A00-4DB6-A2F4-B77BB8669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34203-0668-4E9D-BC2D-47D1453168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512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7E3BF1-DE3B-4B43-80F1-B7246E6EB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19685B-48DA-4C33-A6C8-075F040A0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856726-141D-4096-9FD8-F93979DCA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6D88-6A70-486F-80A4-6A0753BB1E07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F6CA3E-EBAB-4E61-A19A-E4A4BFB14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2B6141-BF42-472F-9764-A96018DC5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34203-0668-4E9D-BC2D-47D1453168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569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CE211A-F7FB-4607-9C25-9E48C841C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8F8BF9-4AD5-42F8-860D-EAF0D76AFD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9AA2489-726D-4C86-B059-DCFD1F71E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EBAB0B-5DE4-41C6-9C93-95C7B8E3E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6D88-6A70-486F-80A4-6A0753BB1E07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8D0BAD-F889-4093-BC76-A01C3E1FE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C889A1-CFAA-4559-A8AB-F199A3A29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34203-0668-4E9D-BC2D-47D1453168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627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25EE76-8B64-4FB1-BB43-6300E7B48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798C66-A08D-4F95-9187-B1FE802A4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70F644-9AB9-4556-89ED-BF50D97C4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4C3B7C8-9076-4DFB-8801-B4A9F63407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DE54038-3E05-4E92-8CBB-836C692A1B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D30C526-9057-448F-8794-C91A7F6F6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6D88-6A70-486F-80A4-6A0753BB1E07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CE2DB92-F4AE-4A3E-9535-A33E29EE0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A3BD619-AD74-44A3-BD77-9A5969F72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34203-0668-4E9D-BC2D-47D1453168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899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2EBCA5-70A2-4D4D-80E9-5A8B6A39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6872863-557F-4D92-A28F-D41778FFA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6D88-6A70-486F-80A4-6A0753BB1E07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F8322BB-3A69-46DE-BB18-C1630A29B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26C2E6-4D7C-4194-8C1F-67B74854F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34203-0668-4E9D-BC2D-47D1453168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47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67C580B-F5EB-48D3-9B66-304EA7127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6D88-6A70-486F-80A4-6A0753BB1E07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41DE0C8-62D5-4F8A-B6D1-DB4C8123A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C1934F-15DF-4B51-8D1B-E7A299467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34203-0668-4E9D-BC2D-47D1453168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721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4F4171-4E71-4BA6-9899-9252F53F0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E1D5EE-85C6-4B89-A07B-F48B14044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8437C4-1E38-4FD4-9090-7A1EE3E48A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C360F8-B182-49EB-9729-E61BA5FCB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6D88-6A70-486F-80A4-6A0753BB1E07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FF41F4-FBDF-44FC-8A1F-34B727189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27C9D0-BB34-4D96-AB83-823106753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34203-0668-4E9D-BC2D-47D1453168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0853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1D8BA8-992A-4FDE-8E0F-20825F2FB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78EF598-04BE-4E48-AD75-3D94B97A96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9230AF-961A-4DB3-A076-3BA293F0B9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D440A-96E5-4431-BEE7-3E25A712F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6D88-6A70-486F-80A4-6A0753BB1E07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4FB1EA-320C-49F3-969F-DCE2CC633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8B9EF3-BAF1-4945-9A84-A69C7BFDE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34203-0668-4E9D-BC2D-47D1453168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365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A7A15-BEE5-4698-9145-B8AB1CC7A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D71A88-8A3D-4C11-BE9A-FD7EB2AA9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A4EF71-FFCB-4FF5-AE2F-2E67395E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6D88-6A70-486F-80A4-6A0753BB1E07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9FAB97-A628-48AD-BF58-4510DA339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D2F6A2-F830-431D-8588-1B1D4D265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34203-0668-4E9D-BC2D-47D1453168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5158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89998DE-5914-4392-BD44-99C18BC764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484100-0AD8-4627-94DD-89D72C5B88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380666-573E-4FE7-B7A8-187FC9161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26D88-6A70-486F-80A4-6A0753BB1E07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F466EC-BE54-40ED-884A-98281F3D2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2539E7-7DFF-4397-AA79-7CCA9404A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34203-0668-4E9D-BC2D-47D1453168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115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ACA3AED-D008-42E8-B124-FB22A28C9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3B8389-091C-4F2F-911D-CE0AA73BE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28E010-2F9A-4728-BC3F-910D34C3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26D88-6A70-486F-80A4-6A0753BB1E07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8488AB-7DF2-4C1D-AC6A-3CDA4329FE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A8ABC6-D6B0-448C-A5FC-323738B390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34203-0668-4E9D-BC2D-47D1453168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770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3D7FAB-6D61-4897-8BF5-E9344E940C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海明码编解码电路解析</a:t>
            </a:r>
          </a:p>
        </p:txBody>
      </p:sp>
    </p:spTree>
    <p:extLst>
      <p:ext uri="{BB962C8B-B14F-4D97-AF65-F5344CB8AC3E}">
        <p14:creationId xmlns:p14="http://schemas.microsoft.com/office/powerpoint/2010/main" val="2517630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F29870-A677-4580-B787-531DF59D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b="1" dirty="0"/>
              <a:t>无错情况</a:t>
            </a:r>
            <a:r>
              <a:rPr lang="zh-CN" altLang="en-US" dirty="0"/>
              <a:t>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1F59C12-3216-49C2-8A2F-4A0D00249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824" y="1592361"/>
            <a:ext cx="8276037" cy="50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497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1B62DC2-5817-42AE-B0A3-5B016D622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212" y="1779814"/>
            <a:ext cx="7332331" cy="240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78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066BD4-E84B-40E6-BB0A-30B7EBAEB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8552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600" b="1" dirty="0"/>
              <a:t>1</a:t>
            </a:r>
            <a:r>
              <a:rPr lang="zh-CN" altLang="en-US" sz="3600" b="1" dirty="0"/>
              <a:t>位错情况：无论是数据位还是校验位，均可纠错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3B96CCE-F64B-49DA-A138-7EBC4D947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106" y="1812248"/>
            <a:ext cx="8283658" cy="514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532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4ECB002-B226-4A83-A531-DC87A1701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679" y="2328819"/>
            <a:ext cx="6314484" cy="220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975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656D815-DE81-4D26-90F8-BDE9DCE36E5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25287" y="1617345"/>
            <a:ext cx="7863840" cy="4875530"/>
          </a:xfrm>
          <a:prstGeom prst="rect">
            <a:avLst/>
          </a:prstGeom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89768292-027E-4B42-AE9A-E533FE908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/>
              <a:t>两位错情况：无法纠错</a:t>
            </a:r>
          </a:p>
        </p:txBody>
      </p:sp>
    </p:spTree>
    <p:extLst>
      <p:ext uri="{BB962C8B-B14F-4D97-AF65-F5344CB8AC3E}">
        <p14:creationId xmlns:p14="http://schemas.microsoft.com/office/powerpoint/2010/main" val="2912391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E65EE8E-E0D0-4BBC-8751-AEEDB7ADF92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69621" y="1787979"/>
            <a:ext cx="7670619" cy="272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426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9451B65-127F-4E53-9A85-D2A1D8B59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两位错情况（干扰屏蔽字</a:t>
            </a:r>
            <a:r>
              <a:rPr lang="en-US" altLang="zh-CN" sz="3600" b="1" dirty="0"/>
              <a:t>2</a:t>
            </a:r>
            <a:r>
              <a:rPr lang="zh-CN" altLang="en-US" sz="3600" b="1" dirty="0"/>
              <a:t>个</a:t>
            </a:r>
            <a:r>
              <a:rPr lang="en-US" altLang="zh-CN" sz="3600" b="1" dirty="0"/>
              <a:t>1</a:t>
            </a:r>
            <a:r>
              <a:rPr lang="zh-CN" altLang="en-US" sz="3600" b="1" dirty="0"/>
              <a:t>，且最高位为</a:t>
            </a:r>
            <a:r>
              <a:rPr lang="en-US" altLang="zh-CN" sz="3600" b="1" dirty="0"/>
              <a:t>1</a:t>
            </a:r>
            <a:r>
              <a:rPr lang="zh-CN" altLang="en-US" sz="3600" b="1" dirty="0"/>
              <a:t>）：可纠错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3E4C878-430E-4C81-80EF-682E07970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153" y="1690688"/>
            <a:ext cx="8001693" cy="492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481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14EE97E-1EE0-45AB-9224-2F4455772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464" y="2372488"/>
            <a:ext cx="7437665" cy="213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242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48</Words>
  <Application>Microsoft Office PowerPoint</Application>
  <PresentationFormat>宽屏</PresentationFormat>
  <Paragraphs>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海明码编解码电路解析</vt:lpstr>
      <vt:lpstr>无错情况：</vt:lpstr>
      <vt:lpstr>PowerPoint 演示文稿</vt:lpstr>
      <vt:lpstr>1位错情况：无论是数据位还是校验位，均可纠错</vt:lpstr>
      <vt:lpstr>PowerPoint 演示文稿</vt:lpstr>
      <vt:lpstr>两位错情况：无法纠错</vt:lpstr>
      <vt:lpstr>PowerPoint 演示文稿</vt:lpstr>
      <vt:lpstr>两位错情况（干扰屏蔽字2个1，且最高位为1）：可纠错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海明码编解码电路解析</dc:title>
  <dc:creator>Lenovo</dc:creator>
  <cp:lastModifiedBy>Lenovo</cp:lastModifiedBy>
  <cp:revision>5</cp:revision>
  <dcterms:created xsi:type="dcterms:W3CDTF">2026-03-31T01:35:49Z</dcterms:created>
  <dcterms:modified xsi:type="dcterms:W3CDTF">2026-03-31T01:58:18Z</dcterms:modified>
</cp:coreProperties>
</file>