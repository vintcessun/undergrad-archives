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3.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3"/>
    <p:sldId id="257" r:id="rId4"/>
    <p:sldId id="258" r:id="rId5"/>
    <p:sldId id="259" r:id="rId6"/>
    <p:sldId id="260" r:id="rId7"/>
    <p:sldId id="261" r:id="rId8"/>
    <p:sldId id="263" r:id="rId9"/>
    <p:sldId id="264" r:id="rId10"/>
    <p:sldId id="265" r:id="rId11"/>
    <p:sldId id="266" r:id="rId12"/>
    <p:sldId id="267" r:id="rId13"/>
    <p:sldId id="268" r:id="rId14"/>
    <p:sldId id="269" r:id="rId15"/>
  </p:sldIdLst>
  <p:sldSz cx="18288000" cy="10287000"/>
  <p:notesSz cx="6858000" cy="9144000"/>
  <p:embeddedFontLst>
    <p:embeddedFont>
      <p:font typeface="方正韵动中黑简体" panose="02000000000000000000" charset="-122"/>
      <p:regular r:id="rId19"/>
    </p:embeddedFont>
    <p:embeddedFont>
      <p:font typeface="胡晓波男神体" panose="02010600030101010101" charset="-122"/>
      <p:regular r:id="rId20"/>
    </p:embeddedFont>
    <p:embeddedFont>
      <p:font typeface="黑体" panose="02010609060101010101" charset="-122"/>
      <p:regular r:id="rId21"/>
    </p:embeddedFont>
    <p:embeddedFont>
      <p:font typeface="Public Sans Bold Italics"/>
      <p:boldItalic r:id="rId22"/>
    </p:embeddedFont>
    <p:embeddedFont>
      <p:font typeface="Allura" panose="02000000000000000000"/>
      <p:regular r:id="rId23"/>
    </p:embeddedFont>
    <p:embeddedFont>
      <p:font typeface="Calibri" panose="020F0502020204030204" charset="0"/>
      <p:regular r:id="rId24"/>
      <p:bold r:id="rId25"/>
      <p:italic r:id="rId26"/>
      <p:boldItalic r:id="rId27"/>
    </p:embeddedFont>
  </p:embeddedFontLst>
  <p:custDataLst>
    <p:tags r:id="rId2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0" userDrawn="1">
          <p15:clr>
            <a:srgbClr val="A4A3A4"/>
          </p15:clr>
        </p15:guide>
        <p15:guide id="2" pos="290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85850"/>
    <a:srgbClr val="34455F"/>
    <a:srgbClr val="ED9B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230"/>
        <p:guide pos="2905"/>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gs" Target="tags/tag51.xml"/><Relationship Id="rId27" Type="http://schemas.openxmlformats.org/officeDocument/2006/relationships/font" Target="fonts/font9.fntdata"/><Relationship Id="rId26" Type="http://schemas.openxmlformats.org/officeDocument/2006/relationships/font" Target="fonts/font8.fntdata"/><Relationship Id="rId25" Type="http://schemas.openxmlformats.org/officeDocument/2006/relationships/font" Target="fonts/font7.fntdata"/><Relationship Id="rId24" Type="http://schemas.openxmlformats.org/officeDocument/2006/relationships/font" Target="fonts/font6.fntdata"/><Relationship Id="rId23" Type="http://schemas.openxmlformats.org/officeDocument/2006/relationships/font" Target="fonts/font5.fntdata"/><Relationship Id="rId22" Type="http://schemas.openxmlformats.org/officeDocument/2006/relationships/font" Target="fonts/font4.fntdata"/><Relationship Id="rId21" Type="http://schemas.openxmlformats.org/officeDocument/2006/relationships/font" Target="fonts/font3.fntdata"/><Relationship Id="rId20" Type="http://schemas.openxmlformats.org/officeDocument/2006/relationships/font" Target="fonts/font2.fntdata"/><Relationship Id="rId2" Type="http://schemas.openxmlformats.org/officeDocument/2006/relationships/theme" Target="theme/theme1.xml"/><Relationship Id="rId19" Type="http://schemas.openxmlformats.org/officeDocument/2006/relationships/font" Target="fonts/font1.fntdata"/><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750">
        <p:newsflash/>
      </p:transition>
    </mc:Choice>
    <mc:Fallback>
      <p:transition spd="med">
        <p:newsflash/>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750">
        <p:newsflash/>
      </p:transition>
    </mc:Choice>
    <mc:Fallback>
      <p:transition spd="med">
        <p:newsflash/>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750">
        <p:newsflash/>
      </p:transition>
    </mc:Choice>
    <mc:Fallback>
      <p:transition spd="med">
        <p:newsflash/>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750">
        <p:newsflash/>
      </p:transition>
    </mc:Choice>
    <mc:Fallback>
      <p:transition spd="med">
        <p:newsflash/>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750">
        <p:newsflash/>
      </p:transition>
    </mc:Choice>
    <mc:Fallback>
      <p:transition spd="med">
        <p:newsflash/>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750">
        <p:newsflash/>
      </p:transition>
    </mc:Choice>
    <mc:Fallback>
      <p:transition spd="med">
        <p:newsflash/>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pic>
        <p:nvPicPr>
          <p:cNvPr id="6" name="图片 5" descr="图片1"/>
          <p:cNvPicPr>
            <a:picLocks noChangeAspect="1"/>
          </p:cNvPicPr>
          <p:nvPr userDrawn="1"/>
        </p:nvPicPr>
        <p:blipFill>
          <a:blip r:embed="rId2"/>
          <a:stretch>
            <a:fillRect/>
          </a:stretch>
        </p:blipFill>
        <p:spPr>
          <a:xfrm>
            <a:off x="0" y="0"/>
            <a:ext cx="18288000" cy="10287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p:newsflash/>
      </p:transition>
    </mc:Choice>
    <mc:Fallback>
      <p:transition spd="med">
        <p:newsflash/>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750">
        <p:newsflash/>
      </p:transition>
    </mc:Choice>
    <mc:Fallback>
      <p:transition spd="med">
        <p:newsflash/>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750">
        <p:newsflash/>
      </p:transition>
    </mc:Choice>
    <mc:Fallback>
      <p:transition spd="med">
        <p:newsflash/>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750">
        <p:newsflash/>
      </p:transition>
    </mc:Choice>
    <mc:Fallback>
      <p:transition spd="med">
        <p:newsflash/>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med" p14:dur="750">
        <p:newsflash/>
      </p:transition>
    </mc:Choice>
    <mc:Fallback>
      <p:transition spd="med">
        <p:newsflash/>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750">
        <p:newsflash/>
      </p:transition>
    </mc:Choice>
    <mc:Fallback>
      <p:transition spd="med">
        <p:newsflash/>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image" Target="../media/image10.jpeg"/><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1" Type="http://schemas.openxmlformats.org/officeDocument/2006/relationships/slideLayout" Target="../slideLayouts/slideLayout7.xml"/><Relationship Id="rId20" Type="http://schemas.openxmlformats.org/officeDocument/2006/relationships/image" Target="../media/image5.png"/><Relationship Id="rId2" Type="http://schemas.openxmlformats.org/officeDocument/2006/relationships/tags" Target="../tags/tag1.xml"/><Relationship Id="rId19" Type="http://schemas.openxmlformats.org/officeDocument/2006/relationships/tags" Target="../tags/tag16.xml"/><Relationship Id="rId18" Type="http://schemas.openxmlformats.org/officeDocument/2006/relationships/tags" Target="../tags/tag15.xml"/><Relationship Id="rId17" Type="http://schemas.openxmlformats.org/officeDocument/2006/relationships/tags" Target="../tags/tag14.xml"/><Relationship Id="rId16" Type="http://schemas.openxmlformats.org/officeDocument/2006/relationships/tags" Target="../tags/tag13.xml"/><Relationship Id="rId15" Type="http://schemas.openxmlformats.org/officeDocument/2006/relationships/tags" Target="../tags/tag12.xml"/><Relationship Id="rId14" Type="http://schemas.openxmlformats.org/officeDocument/2006/relationships/tags" Target="../tags/tag11.xml"/><Relationship Id="rId13" Type="http://schemas.openxmlformats.org/officeDocument/2006/relationships/image" Target="../media/image11.jpeg"/><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image" Target="../media/image9.jpe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14.jpeg"/><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image" Target="../media/image9.jpe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5.jpeg"/><Relationship Id="rId2" Type="http://schemas.openxmlformats.org/officeDocument/2006/relationships/image" Target="../media/image7.jpeg"/><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tags" Target="../tags/tag19.xml"/><Relationship Id="rId7" Type="http://schemas.openxmlformats.org/officeDocument/2006/relationships/image" Target="../media/image20.svg"/><Relationship Id="rId6" Type="http://schemas.openxmlformats.org/officeDocument/2006/relationships/image" Target="../media/image19.png"/><Relationship Id="rId5" Type="http://schemas.openxmlformats.org/officeDocument/2006/relationships/tags" Target="../tags/tag18.xml"/><Relationship Id="rId41" Type="http://schemas.openxmlformats.org/officeDocument/2006/relationships/slideLayout" Target="../slideLayouts/slideLayout7.xml"/><Relationship Id="rId40" Type="http://schemas.openxmlformats.org/officeDocument/2006/relationships/image" Target="../media/image5.png"/><Relationship Id="rId4" Type="http://schemas.openxmlformats.org/officeDocument/2006/relationships/tags" Target="../tags/tag17.xml"/><Relationship Id="rId39" Type="http://schemas.openxmlformats.org/officeDocument/2006/relationships/tags" Target="../tags/tag40.xml"/><Relationship Id="rId38" Type="http://schemas.openxmlformats.org/officeDocument/2006/relationships/tags" Target="../tags/tag39.xml"/><Relationship Id="rId37" Type="http://schemas.openxmlformats.org/officeDocument/2006/relationships/tags" Target="../tags/tag38.xml"/><Relationship Id="rId36" Type="http://schemas.openxmlformats.org/officeDocument/2006/relationships/tags" Target="../tags/tag37.xml"/><Relationship Id="rId35" Type="http://schemas.openxmlformats.org/officeDocument/2006/relationships/tags" Target="../tags/tag36.xml"/><Relationship Id="rId34" Type="http://schemas.openxmlformats.org/officeDocument/2006/relationships/tags" Target="../tags/tag35.xml"/><Relationship Id="rId33" Type="http://schemas.openxmlformats.org/officeDocument/2006/relationships/tags" Target="../tags/tag34.xml"/><Relationship Id="rId32" Type="http://schemas.openxmlformats.org/officeDocument/2006/relationships/tags" Target="../tags/tag33.xml"/><Relationship Id="rId31" Type="http://schemas.openxmlformats.org/officeDocument/2006/relationships/tags" Target="../tags/tag32.xml"/><Relationship Id="rId30" Type="http://schemas.openxmlformats.org/officeDocument/2006/relationships/tags" Target="../tags/tag31.xml"/><Relationship Id="rId3" Type="http://schemas.openxmlformats.org/officeDocument/2006/relationships/image" Target="../media/image18.svg"/><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tags" Target="../tags/tag24.xml"/><Relationship Id="rId22" Type="http://schemas.openxmlformats.org/officeDocument/2006/relationships/image" Target="../media/image30.svg"/><Relationship Id="rId21" Type="http://schemas.openxmlformats.org/officeDocument/2006/relationships/image" Target="../media/image29.png"/><Relationship Id="rId20" Type="http://schemas.openxmlformats.org/officeDocument/2006/relationships/tags" Target="../tags/tag23.xml"/><Relationship Id="rId2" Type="http://schemas.openxmlformats.org/officeDocument/2006/relationships/image" Target="../media/image17.png"/><Relationship Id="rId19" Type="http://schemas.openxmlformats.org/officeDocument/2006/relationships/tags" Target="../tags/tag22.xml"/><Relationship Id="rId18" Type="http://schemas.openxmlformats.org/officeDocument/2006/relationships/image" Target="../media/image28.svg"/><Relationship Id="rId17" Type="http://schemas.openxmlformats.org/officeDocument/2006/relationships/image" Target="../media/image27.png"/><Relationship Id="rId16" Type="http://schemas.openxmlformats.org/officeDocument/2006/relationships/tags" Target="../tags/tag21.xml"/><Relationship Id="rId15" Type="http://schemas.openxmlformats.org/officeDocument/2006/relationships/image" Target="../media/image26.svg"/><Relationship Id="rId14" Type="http://schemas.openxmlformats.org/officeDocument/2006/relationships/image" Target="../media/image25.png"/><Relationship Id="rId13" Type="http://schemas.openxmlformats.org/officeDocument/2006/relationships/tags" Target="../tags/tag20.xml"/><Relationship Id="rId12" Type="http://schemas.openxmlformats.org/officeDocument/2006/relationships/image" Target="../media/image24.svg"/><Relationship Id="rId11" Type="http://schemas.openxmlformats.org/officeDocument/2006/relationships/image" Target="../media/image23.png"/><Relationship Id="rId10" Type="http://schemas.openxmlformats.org/officeDocument/2006/relationships/image" Target="../media/image22.svg"/><Relationship Id="rId1" Type="http://schemas.openxmlformats.org/officeDocument/2006/relationships/image" Target="../media/image16.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1.jpeg"/><Relationship Id="rId2" Type="http://schemas.openxmlformats.org/officeDocument/2006/relationships/image" Target="../media/image7.jpeg"/><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3.png"/><Relationship Id="rId3" Type="http://schemas.openxmlformats.org/officeDocument/2006/relationships/image" Target="../media/image5.png"/><Relationship Id="rId2" Type="http://schemas.openxmlformats.org/officeDocument/2006/relationships/image" Target="../media/image32.jpeg"/><Relationship Id="rId1" Type="http://schemas.openxmlformats.org/officeDocument/2006/relationships/image" Target="../media/image9.jpe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5.png"/><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image" Target="../media/image34.jpeg"/><Relationship Id="rId1" Type="http://schemas.openxmlformats.org/officeDocument/2006/relationships/image" Target="../media/image9.jpe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6.jpeg"/><Relationship Id="rId2" Type="http://schemas.openxmlformats.org/officeDocument/2006/relationships/image" Target="../media/image7.jpeg"/><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image" Target="../media/image38.jpeg"/><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image" Target="../media/image37.jpeg"/><Relationship Id="rId3" Type="http://schemas.openxmlformats.org/officeDocument/2006/relationships/tags" Target="../tags/tag44.xml"/><Relationship Id="rId2" Type="http://schemas.openxmlformats.org/officeDocument/2006/relationships/tags" Target="../tags/tag43.xml"/><Relationship Id="rId13" Type="http://schemas.openxmlformats.org/officeDocument/2006/relationships/slideLayout" Target="../slideLayouts/slideLayout7.xml"/><Relationship Id="rId12" Type="http://schemas.openxmlformats.org/officeDocument/2006/relationships/image" Target="../media/image5.png"/><Relationship Id="rId11" Type="http://schemas.openxmlformats.org/officeDocument/2006/relationships/tags" Target="../tags/tag50.xml"/><Relationship Id="rId10" Type="http://schemas.openxmlformats.org/officeDocument/2006/relationships/tags" Target="../tags/tag49.xml"/><Relationship Id="rId1" Type="http://schemas.openxmlformats.org/officeDocument/2006/relationships/image" Target="../media/image9.jpe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39.jpeg"/><Relationship Id="rId1"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4775" y="-63500"/>
            <a:ext cx="18392775" cy="10350500"/>
          </a:xfrm>
          <a:custGeom>
            <a:avLst/>
            <a:gdLst/>
            <a:ahLst/>
            <a:cxnLst/>
            <a:rect l="l" t="t" r="r" b="b"/>
            <a:pathLst>
              <a:path w="18288000" h="10287000">
                <a:moveTo>
                  <a:pt x="0" y="0"/>
                </a:moveTo>
                <a:lnTo>
                  <a:pt x="18288000" y="0"/>
                </a:lnTo>
                <a:lnTo>
                  <a:pt x="18288000" y="10287000"/>
                </a:lnTo>
                <a:lnTo>
                  <a:pt x="0" y="10287000"/>
                </a:lnTo>
                <a:lnTo>
                  <a:pt x="0" y="0"/>
                </a:lnTo>
                <a:close/>
              </a:path>
            </a:pathLst>
          </a:custGeom>
          <a:noFill/>
        </p:spPr>
      </p:sp>
      <p:sp>
        <p:nvSpPr>
          <p:cNvPr id="5" name="Freeform 5"/>
          <p:cNvSpPr/>
          <p:nvPr/>
        </p:nvSpPr>
        <p:spPr>
          <a:xfrm>
            <a:off x="1335278" y="664869"/>
            <a:ext cx="15924022" cy="8957262"/>
          </a:xfrm>
          <a:custGeom>
            <a:avLst/>
            <a:gdLst/>
            <a:ahLst/>
            <a:cxnLst/>
            <a:rect l="l" t="t" r="r" b="b"/>
            <a:pathLst>
              <a:path w="15924022" h="8957262">
                <a:moveTo>
                  <a:pt x="0" y="0"/>
                </a:moveTo>
                <a:lnTo>
                  <a:pt x="15924022" y="0"/>
                </a:lnTo>
                <a:lnTo>
                  <a:pt x="15924022" y="8957262"/>
                </a:lnTo>
                <a:lnTo>
                  <a:pt x="0" y="8957262"/>
                </a:lnTo>
                <a:lnTo>
                  <a:pt x="0" y="0"/>
                </a:lnTo>
                <a:close/>
              </a:path>
            </a:pathLst>
          </a:custGeom>
          <a:blipFill>
            <a:blip r:embed="rId1"/>
            <a:stretch>
              <a:fillRect l="-901" t="-20800" r="-1024"/>
            </a:stretch>
          </a:blipFill>
        </p:spPr>
      </p:sp>
      <p:sp>
        <p:nvSpPr>
          <p:cNvPr id="9" name="Freeform 9"/>
          <p:cNvSpPr/>
          <p:nvPr/>
        </p:nvSpPr>
        <p:spPr>
          <a:xfrm>
            <a:off x="1335278" y="485724"/>
            <a:ext cx="15924022" cy="9315553"/>
          </a:xfrm>
          <a:custGeom>
            <a:avLst/>
            <a:gdLst/>
            <a:ahLst/>
            <a:cxnLst/>
            <a:rect l="l" t="t" r="r" b="b"/>
            <a:pathLst>
              <a:path w="15924022" h="9315553">
                <a:moveTo>
                  <a:pt x="0" y="0"/>
                </a:moveTo>
                <a:lnTo>
                  <a:pt x="15924022" y="0"/>
                </a:lnTo>
                <a:lnTo>
                  <a:pt x="15924022" y="9315552"/>
                </a:lnTo>
                <a:lnTo>
                  <a:pt x="0" y="93155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rot="0">
            <a:off x="2087245" y="5626735"/>
            <a:ext cx="7419340" cy="744855"/>
            <a:chOff x="0" y="0"/>
            <a:chExt cx="2019519" cy="166758"/>
          </a:xfrm>
        </p:grpSpPr>
        <p:sp>
          <p:nvSpPr>
            <p:cNvPr id="7" name="Freeform 7"/>
            <p:cNvSpPr/>
            <p:nvPr/>
          </p:nvSpPr>
          <p:spPr>
            <a:xfrm>
              <a:off x="0" y="0"/>
              <a:ext cx="2019519" cy="166758"/>
            </a:xfrm>
            <a:custGeom>
              <a:avLst/>
              <a:gdLst/>
              <a:ahLst/>
              <a:cxnLst/>
              <a:rect l="l" t="t" r="r" b="b"/>
              <a:pathLst>
                <a:path w="2019519" h="166758">
                  <a:moveTo>
                    <a:pt x="83379" y="0"/>
                  </a:moveTo>
                  <a:lnTo>
                    <a:pt x="1936140" y="0"/>
                  </a:lnTo>
                  <a:cubicBezTo>
                    <a:pt x="1982189" y="0"/>
                    <a:pt x="2019519" y="37330"/>
                    <a:pt x="2019519" y="83379"/>
                  </a:cubicBezTo>
                  <a:lnTo>
                    <a:pt x="2019519" y="83379"/>
                  </a:lnTo>
                  <a:cubicBezTo>
                    <a:pt x="2019519" y="129428"/>
                    <a:pt x="1982189" y="166758"/>
                    <a:pt x="1936140" y="166758"/>
                  </a:cubicBezTo>
                  <a:lnTo>
                    <a:pt x="83379" y="166758"/>
                  </a:lnTo>
                  <a:cubicBezTo>
                    <a:pt x="37330" y="166758"/>
                    <a:pt x="0" y="129428"/>
                    <a:pt x="0" y="83379"/>
                  </a:cubicBezTo>
                  <a:lnTo>
                    <a:pt x="0" y="83379"/>
                  </a:lnTo>
                  <a:cubicBezTo>
                    <a:pt x="0" y="37330"/>
                    <a:pt x="37330" y="0"/>
                    <a:pt x="83379" y="0"/>
                  </a:cubicBezTo>
                  <a:close/>
                </a:path>
              </a:pathLst>
            </a:custGeom>
            <a:solidFill>
              <a:srgbClr val="ED9B7F"/>
            </a:solidFill>
            <a:ln cap="rnd">
              <a:noFill/>
              <a:prstDash val="solid"/>
              <a:round/>
            </a:ln>
          </p:spPr>
        </p:sp>
        <p:sp>
          <p:nvSpPr>
            <p:cNvPr id="8" name="TextBox 8"/>
            <p:cNvSpPr txBox="1"/>
            <p:nvPr/>
          </p:nvSpPr>
          <p:spPr>
            <a:xfrm>
              <a:off x="0" y="-47625"/>
              <a:ext cx="2019519" cy="214383"/>
            </a:xfrm>
            <a:prstGeom prst="rect">
              <a:avLst/>
            </a:prstGeom>
          </p:spPr>
          <p:txBody>
            <a:bodyPr lIns="50800" tIns="50800" rIns="50800" bIns="50800" rtlCol="0" anchor="ctr"/>
            <a:lstStyle/>
            <a:p>
              <a:pPr marL="0" lvl="0" indent="0" algn="ctr">
                <a:lnSpc>
                  <a:spcPts val="3210"/>
                </a:lnSpc>
                <a:spcBef>
                  <a:spcPct val="0"/>
                </a:spcBef>
              </a:pPr>
            </a:p>
          </p:txBody>
        </p:sp>
      </p:grpSp>
      <p:sp>
        <p:nvSpPr>
          <p:cNvPr id="10" name="TextBox 10"/>
          <p:cNvSpPr txBox="1"/>
          <p:nvPr/>
        </p:nvSpPr>
        <p:spPr>
          <a:xfrm>
            <a:off x="2315913" y="2882383"/>
            <a:ext cx="14839221" cy="2237740"/>
          </a:xfrm>
          <a:prstGeom prst="rect">
            <a:avLst/>
          </a:prstGeom>
        </p:spPr>
        <p:txBody>
          <a:bodyPr lIns="0" tIns="0" rIns="0" bIns="0" rtlCol="0" anchor="t">
            <a:spAutoFit/>
          </a:bodyPr>
          <a:lstStyle/>
          <a:p>
            <a:pPr algn="l">
              <a:lnSpc>
                <a:spcPts val="17450"/>
              </a:lnSpc>
            </a:pPr>
            <a:r>
              <a:rPr lang="en-US" sz="12000">
                <a:ln w="9525" cmpd="sng">
                  <a:noFill/>
                  <a:prstDash val="solid"/>
                </a:ln>
                <a:solidFill>
                  <a:schemeClr val="bg1"/>
                </a:solidFill>
                <a:effectLst>
                  <a:outerShdw blurRad="50800" dist="38100" dir="2700000" algn="tl" rotWithShape="0">
                    <a:prstClr val="black">
                      <a:alpha val="40000"/>
                    </a:prstClr>
                  </a:outerShdw>
                  <a:reflection blurRad="6350" stA="60000" endA="900" endPos="58000" dir="5400000" sy="-100000" algn="bl" rotWithShape="0"/>
                </a:effectLst>
                <a:latin typeface="方正韵动中黑简体" panose="02000000000000000000" charset="-122"/>
                <a:ea typeface="方正韵动中黑简体" panose="02000000000000000000" charset="-122"/>
                <a:cs typeface="方正韵动中黑简体" panose="02000000000000000000" charset="-122"/>
              </a:rPr>
              <a:t>X-ray</a:t>
            </a:r>
            <a:endParaRPr lang="en-US" sz="12000">
              <a:ln w="9525" cmpd="sng">
                <a:noFill/>
                <a:prstDash val="solid"/>
              </a:ln>
              <a:solidFill>
                <a:schemeClr val="bg1"/>
              </a:solidFill>
              <a:effectLst>
                <a:outerShdw blurRad="50800" dist="38100" dir="2700000" algn="tl" rotWithShape="0">
                  <a:prstClr val="black">
                    <a:alpha val="40000"/>
                  </a:prstClr>
                </a:outerShdw>
                <a:reflection blurRad="6350" stA="60000" endA="900" endPos="58000" dir="5400000" sy="-100000" algn="bl" rotWithShape="0"/>
              </a:effectLst>
              <a:latin typeface="方正韵动中黑简体" panose="02000000000000000000" charset="-122"/>
              <a:ea typeface="方正韵动中黑简体" panose="02000000000000000000" charset="-122"/>
              <a:cs typeface="方正韵动中黑简体" panose="02000000000000000000" charset="-122"/>
            </a:endParaRPr>
          </a:p>
        </p:txBody>
      </p:sp>
      <p:sp>
        <p:nvSpPr>
          <p:cNvPr id="11" name="TextBox 11"/>
          <p:cNvSpPr txBox="1"/>
          <p:nvPr/>
        </p:nvSpPr>
        <p:spPr>
          <a:xfrm>
            <a:off x="2367331" y="6780691"/>
            <a:ext cx="4718834" cy="966470"/>
          </a:xfrm>
          <a:prstGeom prst="rect">
            <a:avLst/>
          </a:prstGeom>
        </p:spPr>
        <p:txBody>
          <a:bodyPr lIns="0" tIns="0" rIns="0" bIns="0" rtlCol="0" anchor="t">
            <a:spAutoFit/>
          </a:bodyPr>
          <a:lstStyle/>
          <a:p>
            <a:pPr algn="l">
              <a:lnSpc>
                <a:spcPts val="3770"/>
              </a:lnSpc>
            </a:pPr>
            <a:r>
              <a:rPr lang="en-US" altLang="zh-CN" sz="2690" spc="398">
                <a:solidFill>
                  <a:schemeClr val="bg1"/>
                </a:solidFill>
                <a:latin typeface="思源宋体 Medium" panose="02020500000000000000" charset="-122"/>
                <a:ea typeface="思源宋体 Medium" panose="02020500000000000000" charset="-122"/>
              </a:rPr>
              <a:t>F</a:t>
            </a:r>
            <a:r>
              <a:rPr lang="zh-CN" altLang="en-US" sz="2690" spc="398">
                <a:solidFill>
                  <a:schemeClr val="bg1"/>
                </a:solidFill>
                <a:latin typeface="思源宋体 Medium" panose="02020500000000000000" charset="-122"/>
                <a:ea typeface="思源宋体 Medium" panose="02020500000000000000" charset="-122"/>
              </a:rPr>
              <a:t>组：</a:t>
            </a:r>
            <a:endParaRPr lang="zh-CN" altLang="en-US" sz="2690" spc="398">
              <a:solidFill>
                <a:schemeClr val="bg1"/>
              </a:solidFill>
              <a:latin typeface="思源宋体 Medium" panose="02020500000000000000" charset="-122"/>
              <a:ea typeface="思源宋体 Medium" panose="02020500000000000000" charset="-122"/>
            </a:endParaRPr>
          </a:p>
          <a:p>
            <a:pPr algn="l">
              <a:lnSpc>
                <a:spcPts val="3770"/>
              </a:lnSpc>
            </a:pPr>
            <a:endParaRPr lang="zh-CN" altLang="en-US" sz="2690" spc="398">
              <a:solidFill>
                <a:schemeClr val="bg1"/>
              </a:solidFill>
              <a:latin typeface="思源宋体 Medium" panose="02020500000000000000" charset="-122"/>
              <a:ea typeface="思源宋体 Medium" panose="02020500000000000000" charset="-122"/>
            </a:endParaRPr>
          </a:p>
        </p:txBody>
      </p:sp>
      <p:sp>
        <p:nvSpPr>
          <p:cNvPr id="12" name="TextBox 12"/>
          <p:cNvSpPr txBox="1"/>
          <p:nvPr/>
        </p:nvSpPr>
        <p:spPr>
          <a:xfrm>
            <a:off x="2367280" y="5625465"/>
            <a:ext cx="7237730" cy="746125"/>
          </a:xfrm>
          <a:prstGeom prst="rect">
            <a:avLst/>
          </a:prstGeom>
        </p:spPr>
        <p:txBody>
          <a:bodyPr wrap="square" lIns="0" tIns="0" rIns="0" bIns="0" rtlCol="0" anchor="t">
            <a:spAutoFit/>
          </a:bodyPr>
          <a:lstStyle/>
          <a:p>
            <a:pPr lvl="0" algn="l">
              <a:lnSpc>
                <a:spcPct val="90000"/>
              </a:lnSpc>
              <a:buClrTx/>
              <a:buSzTx/>
              <a:buFontTx/>
            </a:pPr>
            <a:r>
              <a:rPr lang="en-US" altLang="zh-CN" dirty="0">
                <a:solidFill>
                  <a:schemeClr val="bg1"/>
                </a:solidFill>
                <a:latin typeface="汉仪旗黑-50简" panose="00020600040101010101" charset="-122"/>
                <a:ea typeface="汉仪旗黑-50简" panose="00020600040101010101" charset="-122"/>
                <a:cs typeface="+mn-ea"/>
                <a:sym typeface="+mn-lt"/>
              </a:rPr>
              <a:t>X-rays are high-energy electromagnetic waves that can penetrate materials, enabling non-invasive imaging and internal structure analysis.</a:t>
            </a:r>
            <a:endParaRPr lang="en-US" altLang="zh-CN" dirty="0">
              <a:solidFill>
                <a:schemeClr val="bg1"/>
              </a:solidFill>
              <a:latin typeface="汉仪旗黑-50简" panose="00020600040101010101" charset="-122"/>
              <a:ea typeface="汉仪旗黑-50简" panose="00020600040101010101" charset="-122"/>
              <a:cs typeface="+mn-ea"/>
              <a:sym typeface="+mn-lt"/>
            </a:endParaRPr>
          </a:p>
        </p:txBody>
      </p:sp>
      <p:pic>
        <p:nvPicPr>
          <p:cNvPr id="16" name="图片 15" descr="校徽 嘉庚体校名带英文"/>
          <p:cNvPicPr>
            <a:picLocks noChangeAspect="1"/>
          </p:cNvPicPr>
          <p:nvPr/>
        </p:nvPicPr>
        <p:blipFill>
          <a:blip r:embed="rId4"/>
          <a:stretch>
            <a:fillRect/>
          </a:stretch>
        </p:blipFill>
        <p:spPr>
          <a:xfrm>
            <a:off x="13640435" y="952500"/>
            <a:ext cx="3336925" cy="9277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p:pull/>
      </p:transition>
    </mc:Choice>
    <mc:Fallback>
      <p:transition spd="med">
        <p:pul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500" fill="hold">
                                          <p:stCondLst>
                                            <p:cond delay="0"/>
                                          </p:stCondLst>
                                        </p:cTn>
                                        <p:tgtEl>
                                          <p:spTgt spid="10"/>
                                        </p:tgtEl>
                                        <p:attrNameLst>
                                          <p:attrName>style.visibility</p:attrName>
                                        </p:attrNameLst>
                                      </p:cBhvr>
                                      <p:to>
                                        <p:strVal val="visible"/>
                                      </p:to>
                                    </p:set>
                                    <p:animEffect transition="in" filter="wheel(1)">
                                      <p:cBhvr>
                                        <p:cTn id="7" dur="500"/>
                                        <p:tgtEl>
                                          <p:spTgt spid="10"/>
                                        </p:tgtEl>
                                      </p:cBhvr>
                                    </p:animEffect>
                                  </p:childTnLst>
                                </p:cTn>
                              </p:par>
                              <p:par>
                                <p:cTn id="8" presetID="27" presetClass="entr" presetSubtype="0" fill="hold" grpId="0" nodeType="withEffect">
                                  <p:stCondLst>
                                    <p:cond delay="0"/>
                                  </p:stCondLst>
                                  <p:iterate type="lt">
                                    <p:tmPct val="50000"/>
                                  </p:iterate>
                                  <p:childTnLst>
                                    <p:set>
                                      <p:cBhvr>
                                        <p:cTn id="9" dur="1" fill="hold">
                                          <p:stCondLst>
                                            <p:cond delay="0"/>
                                          </p:stCondLst>
                                        </p:cTn>
                                        <p:tgtEl>
                                          <p:spTgt spid="12"/>
                                        </p:tgtEl>
                                        <p:attrNameLst>
                                          <p:attrName>style.visibility</p:attrName>
                                        </p:attrNameLst>
                                      </p:cBhvr>
                                      <p:to>
                                        <p:strVal val="visible"/>
                                      </p:to>
                                    </p:set>
                                    <p:anim calcmode="discrete" valueType="clr">
                                      <p:cBhvr override="childStyle">
                                        <p:cTn id="10" dur="80"/>
                                        <p:tgtEl>
                                          <p:spTgt spid="12"/>
                                        </p:tgtEl>
                                        <p:attrNameLst>
                                          <p:attrName>style.color</p:attrName>
                                        </p:attrNameLst>
                                      </p:cBhvr>
                                      <p:tavLst>
                                        <p:tav tm="0">
                                          <p:val>
                                            <p:clrVal>
                                              <a:schemeClr val="accent2"/>
                                            </p:clrVal>
                                          </p:val>
                                        </p:tav>
                                        <p:tav tm="50000">
                                          <p:val>
                                            <p:clrVal>
                                              <a:schemeClr val="hlink"/>
                                            </p:clrVal>
                                          </p:val>
                                        </p:tav>
                                      </p:tavLst>
                                    </p:anim>
                                    <p:anim calcmode="discrete" valueType="clr">
                                      <p:cBhvr>
                                        <p:cTn id="11" dur="80"/>
                                        <p:tgtEl>
                                          <p:spTgt spid="12"/>
                                        </p:tgtEl>
                                        <p:attrNameLst>
                                          <p:attrName>fillcolor</p:attrName>
                                        </p:attrNameLst>
                                      </p:cBhvr>
                                      <p:tavLst>
                                        <p:tav tm="0">
                                          <p:val>
                                            <p:clrVal>
                                              <a:schemeClr val="accent2"/>
                                            </p:clrVal>
                                          </p:val>
                                        </p:tav>
                                        <p:tav tm="50000">
                                          <p:val>
                                            <p:clrVal>
                                              <a:schemeClr val="hlink"/>
                                            </p:clrVal>
                                          </p:val>
                                        </p:tav>
                                      </p:tavLst>
                                    </p:anim>
                                    <p:set>
                                      <p:cBhvr>
                                        <p:cTn id="12" dur="80"/>
                                        <p:tgtEl>
                                          <p:spTgt spid="12"/>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13" name="图片 12" descr="3"/>
          <p:cNvPicPr>
            <a:picLocks noChangeAspect="1"/>
          </p:cNvPicPr>
          <p:nvPr/>
        </p:nvPicPr>
        <p:blipFill>
          <a:blip r:embed="rId1"/>
          <a:stretch>
            <a:fillRect/>
          </a:stretch>
        </p:blipFill>
        <p:spPr>
          <a:xfrm>
            <a:off x="0" y="-38100"/>
            <a:ext cx="18388330" cy="10343515"/>
          </a:xfrm>
          <a:prstGeom prst="rect">
            <a:avLst/>
          </a:prstGeom>
        </p:spPr>
      </p:pic>
      <p:grpSp>
        <p:nvGrpSpPr>
          <p:cNvPr id="2" name="Group 2"/>
          <p:cNvGrpSpPr/>
          <p:nvPr/>
        </p:nvGrpSpPr>
        <p:grpSpPr>
          <a:xfrm rot="0">
            <a:off x="0" y="0"/>
            <a:ext cx="5671783" cy="10287000"/>
            <a:chOff x="0" y="0"/>
            <a:chExt cx="1493803" cy="2709333"/>
          </a:xfrm>
        </p:grpSpPr>
        <p:sp>
          <p:nvSpPr>
            <p:cNvPr id="3" name="Freeform 3"/>
            <p:cNvSpPr/>
            <p:nvPr/>
          </p:nvSpPr>
          <p:spPr>
            <a:xfrm>
              <a:off x="0" y="0"/>
              <a:ext cx="1493803" cy="2709333"/>
            </a:xfrm>
            <a:custGeom>
              <a:avLst/>
              <a:gdLst/>
              <a:ahLst/>
              <a:cxnLst/>
              <a:rect l="l" t="t" r="r" b="b"/>
              <a:pathLst>
                <a:path w="1493803" h="2709333">
                  <a:moveTo>
                    <a:pt x="0" y="0"/>
                  </a:moveTo>
                  <a:lnTo>
                    <a:pt x="1493803" y="0"/>
                  </a:lnTo>
                  <a:lnTo>
                    <a:pt x="1493803" y="2709333"/>
                  </a:lnTo>
                  <a:lnTo>
                    <a:pt x="0" y="2709333"/>
                  </a:lnTo>
                  <a:close/>
                </a:path>
              </a:pathLst>
            </a:custGeom>
            <a:solidFill>
              <a:srgbClr val="ED9B7F"/>
            </a:solidFill>
          </p:spPr>
        </p:sp>
        <p:sp>
          <p:nvSpPr>
            <p:cNvPr id="4" name="TextBox 4"/>
            <p:cNvSpPr txBox="1"/>
            <p:nvPr/>
          </p:nvSpPr>
          <p:spPr>
            <a:xfrm>
              <a:off x="0" y="-47625"/>
              <a:ext cx="1493803" cy="2756958"/>
            </a:xfrm>
            <a:prstGeom prst="rect">
              <a:avLst/>
            </a:prstGeom>
          </p:spPr>
          <p:txBody>
            <a:bodyPr lIns="50800" tIns="50800" rIns="50800" bIns="50800" rtlCol="0" anchor="ctr"/>
            <a:lstStyle/>
            <a:p>
              <a:pPr algn="ctr">
                <a:lnSpc>
                  <a:spcPts val="3210"/>
                </a:lnSpc>
              </a:pPr>
            </a:p>
          </p:txBody>
        </p:sp>
      </p:grpSp>
      <p:sp>
        <p:nvSpPr>
          <p:cNvPr id="5" name="Freeform 5"/>
          <p:cNvSpPr/>
          <p:nvPr/>
        </p:nvSpPr>
        <p:spPr>
          <a:xfrm>
            <a:off x="5997338" y="4990168"/>
            <a:ext cx="11261962" cy="321942"/>
          </a:xfrm>
          <a:custGeom>
            <a:avLst/>
            <a:gdLst/>
            <a:ahLst/>
            <a:cxnLst/>
            <a:rect l="l" t="t" r="r" b="b"/>
            <a:pathLst>
              <a:path w="11261962" h="321942">
                <a:moveTo>
                  <a:pt x="0" y="0"/>
                </a:moveTo>
                <a:lnTo>
                  <a:pt x="11261962" y="0"/>
                </a:lnTo>
                <a:lnTo>
                  <a:pt x="11261962" y="321942"/>
                </a:lnTo>
                <a:lnTo>
                  <a:pt x="0" y="321942"/>
                </a:lnTo>
                <a:lnTo>
                  <a:pt x="0" y="0"/>
                </a:lnTo>
                <a:close/>
              </a:path>
            </a:pathLst>
          </a:custGeom>
          <a:blipFill>
            <a:blip r:embed="rId2"/>
            <a:stretch>
              <a:fillRect r="-4711" b="-2340425"/>
            </a:stretch>
          </a:blipFill>
        </p:spPr>
      </p:sp>
      <p:sp>
        <p:nvSpPr>
          <p:cNvPr id="7" name="TextBox 7"/>
          <p:cNvSpPr txBox="1"/>
          <p:nvPr/>
        </p:nvSpPr>
        <p:spPr>
          <a:xfrm>
            <a:off x="7115175" y="3014980"/>
            <a:ext cx="11856085" cy="1743075"/>
          </a:xfrm>
          <a:prstGeom prst="rect">
            <a:avLst/>
          </a:prstGeom>
        </p:spPr>
        <p:txBody>
          <a:bodyPr wrap="square" lIns="0" tIns="0" rIns="0" bIns="0" rtlCol="0" anchor="t">
            <a:spAutoFit/>
          </a:bodyPr>
          <a:lstStyle/>
          <a:p>
            <a:pPr algn="l">
              <a:lnSpc>
                <a:spcPts val="13595"/>
              </a:lnSpc>
            </a:pPr>
            <a:r>
              <a:rPr lang="en-US" sz="9710" spc="1932">
                <a:solidFill>
                  <a:srgbClr val="34455F"/>
                </a:solidFill>
                <a:ea typeface="胡晓波男神体" panose="02010600030101010101" charset="-122"/>
              </a:rPr>
              <a:t>My orgination</a:t>
            </a:r>
            <a:endParaRPr lang="en-US" sz="9710" spc="1932">
              <a:solidFill>
                <a:srgbClr val="34455F"/>
              </a:solidFill>
              <a:ea typeface="胡晓波男神体" panose="02010600030101010101" charset="-122"/>
            </a:endParaRPr>
          </a:p>
        </p:txBody>
      </p:sp>
      <p:sp>
        <p:nvSpPr>
          <p:cNvPr id="8" name="TextBox 8"/>
          <p:cNvSpPr txBox="1"/>
          <p:nvPr/>
        </p:nvSpPr>
        <p:spPr>
          <a:xfrm>
            <a:off x="7966566" y="5588335"/>
            <a:ext cx="8041413" cy="753745"/>
          </a:xfrm>
          <a:prstGeom prst="rect">
            <a:avLst/>
          </a:prstGeom>
        </p:spPr>
        <p:txBody>
          <a:bodyPr lIns="0" tIns="0" rIns="0" bIns="0" rtlCol="0" anchor="t">
            <a:spAutoFit/>
          </a:bodyPr>
          <a:lstStyle/>
          <a:p>
            <a:pPr algn="ctr">
              <a:lnSpc>
                <a:spcPts val="2940"/>
              </a:lnSpc>
            </a:pPr>
            <a:r>
              <a:rPr sz="2100">
                <a:solidFill>
                  <a:srgbClr val="34455F">
                    <a:alpha val="64706"/>
                  </a:srgbClr>
                </a:solidFill>
                <a:ea typeface="思源黑体 1 Extra-Light" panose="020B0300000000000000" charset="-122"/>
              </a:rPr>
              <a:t>X-rays were discovered by Wilhelm Röntgen in 1895 as invisible rays that caused fluorescence on photographic plates.</a:t>
            </a:r>
            <a:endParaRPr sz="2100">
              <a:solidFill>
                <a:srgbClr val="34455F">
                  <a:alpha val="64706"/>
                </a:srgbClr>
              </a:solidFill>
              <a:ea typeface="思源黑体 1 Extra-Light" panose="020B0300000000000000" charset="-122"/>
            </a:endParaRPr>
          </a:p>
        </p:txBody>
      </p:sp>
      <p:sp>
        <p:nvSpPr>
          <p:cNvPr id="12" name="Freeform 12"/>
          <p:cNvSpPr/>
          <p:nvPr/>
        </p:nvSpPr>
        <p:spPr>
          <a:xfrm>
            <a:off x="0" y="0"/>
            <a:ext cx="5365141" cy="10287000"/>
          </a:xfrm>
          <a:custGeom>
            <a:avLst/>
            <a:gdLst/>
            <a:ahLst/>
            <a:cxnLst/>
            <a:rect l="l" t="t" r="r" b="b"/>
            <a:pathLst>
              <a:path w="5365141" h="10287000">
                <a:moveTo>
                  <a:pt x="0" y="0"/>
                </a:moveTo>
                <a:lnTo>
                  <a:pt x="5365141" y="0"/>
                </a:lnTo>
                <a:lnTo>
                  <a:pt x="5365141" y="10287000"/>
                </a:lnTo>
                <a:lnTo>
                  <a:pt x="0" y="10287000"/>
                </a:lnTo>
                <a:lnTo>
                  <a:pt x="0" y="0"/>
                </a:lnTo>
                <a:close/>
              </a:path>
            </a:pathLst>
          </a:custGeom>
          <a:blipFill>
            <a:blip r:embed="rId3">
              <a:alphaModFix amt="83000"/>
            </a:blip>
            <a:stretch>
              <a:fillRect l="-21111" r="-21111"/>
            </a:stretch>
          </a:blipFill>
        </p:spPr>
      </p:sp>
      <p:sp>
        <p:nvSpPr>
          <p:cNvPr id="9" name="TextBox 7"/>
          <p:cNvSpPr txBox="1"/>
          <p:nvPr/>
        </p:nvSpPr>
        <p:spPr>
          <a:xfrm>
            <a:off x="5817870" y="2933700"/>
            <a:ext cx="1297305" cy="1743075"/>
          </a:xfrm>
          <a:prstGeom prst="rect">
            <a:avLst/>
          </a:prstGeom>
        </p:spPr>
        <p:txBody>
          <a:bodyPr wrap="square" lIns="0" tIns="0" rIns="0" bIns="0" rtlCol="0" anchor="t">
            <a:spAutoFit/>
          </a:bodyPr>
          <a:p>
            <a:pPr algn="l">
              <a:lnSpc>
                <a:spcPts val="13595"/>
              </a:lnSpc>
            </a:pPr>
            <a:r>
              <a:rPr lang="zh-CN" altLang="en-US" sz="9500" b="1" spc="1932">
                <a:solidFill>
                  <a:srgbClr val="885850"/>
                </a:solidFill>
                <a:latin typeface="黑体" panose="02010609060101010101" charset="-122"/>
                <a:ea typeface="黑体" panose="02010609060101010101" charset="-122"/>
              </a:rPr>
              <a:t>①</a:t>
            </a:r>
            <a:endParaRPr lang="zh-CN" altLang="en-US" sz="9500" b="1" spc="1932">
              <a:solidFill>
                <a:srgbClr val="885850"/>
              </a:solidFill>
              <a:latin typeface="黑体" panose="02010609060101010101" charset="-122"/>
              <a:ea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750">
        <p:newsflash/>
      </p:transition>
    </mc:Choice>
    <mc:Fallback>
      <p:transition spd="med">
        <p:newsfla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27" presetClass="entr" presetSubtype="0" fill="hold" grpId="0" nodeType="withEffect">
                                  <p:stCondLst>
                                    <p:cond delay="0"/>
                                  </p:stCondLst>
                                  <p:iterate type="lt">
                                    <p:tmPct val="50000"/>
                                  </p:iterate>
                                  <p:childTnLst>
                                    <p:set>
                                      <p:cBhvr>
                                        <p:cTn id="9" dur="1" fill="hold">
                                          <p:stCondLst>
                                            <p:cond delay="0"/>
                                          </p:stCondLst>
                                        </p:cTn>
                                        <p:tgtEl>
                                          <p:spTgt spid="8"/>
                                        </p:tgtEl>
                                        <p:attrNameLst>
                                          <p:attrName>style.visibility</p:attrName>
                                        </p:attrNameLst>
                                      </p:cBhvr>
                                      <p:to>
                                        <p:strVal val="visible"/>
                                      </p:to>
                                    </p:set>
                                    <p:anim calcmode="discrete" valueType="clr">
                                      <p:cBhvr override="childStyle">
                                        <p:cTn id="10" dur="80"/>
                                        <p:tgtEl>
                                          <p:spTgt spid="8"/>
                                        </p:tgtEl>
                                        <p:attrNameLst>
                                          <p:attrName>style.color</p:attrName>
                                        </p:attrNameLst>
                                      </p:cBhvr>
                                      <p:tavLst>
                                        <p:tav tm="0">
                                          <p:val>
                                            <p:clrVal>
                                              <a:schemeClr val="accent2"/>
                                            </p:clrVal>
                                          </p:val>
                                        </p:tav>
                                        <p:tav tm="50000">
                                          <p:val>
                                            <p:clrVal>
                                              <a:schemeClr val="hlink"/>
                                            </p:clrVal>
                                          </p:val>
                                        </p:tav>
                                      </p:tavLst>
                                    </p:anim>
                                    <p:anim calcmode="discrete" valueType="clr">
                                      <p:cBhvr>
                                        <p:cTn id="11" dur="80"/>
                                        <p:tgtEl>
                                          <p:spTgt spid="8"/>
                                        </p:tgtEl>
                                        <p:attrNameLst>
                                          <p:attrName>fillcolor</p:attrName>
                                        </p:attrNameLst>
                                      </p:cBhvr>
                                      <p:tavLst>
                                        <p:tav tm="0">
                                          <p:val>
                                            <p:clrVal>
                                              <a:schemeClr val="accent2"/>
                                            </p:clrVal>
                                          </p:val>
                                        </p:tav>
                                        <p:tav tm="50000">
                                          <p:val>
                                            <p:clrVal>
                                              <a:schemeClr val="hlink"/>
                                            </p:clrVal>
                                          </p:val>
                                        </p:tav>
                                      </p:tavLst>
                                    </p:anim>
                                    <p:set>
                                      <p:cBhvr>
                                        <p:cTn id="12" dur="80"/>
                                        <p:tgtEl>
                                          <p:spTgt spid="8"/>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28" name="图片 27" descr="3。。"/>
          <p:cNvPicPr>
            <a:picLocks noChangeAspect="1"/>
          </p:cNvPicPr>
          <p:nvPr/>
        </p:nvPicPr>
        <p:blipFill>
          <a:blip r:embed="rId1"/>
          <a:stretch>
            <a:fillRect/>
          </a:stretch>
        </p:blipFill>
        <p:spPr>
          <a:xfrm>
            <a:off x="-18415" y="-38100"/>
            <a:ext cx="18317210" cy="10303510"/>
          </a:xfrm>
          <a:prstGeom prst="rect">
            <a:avLst/>
          </a:prstGeom>
        </p:spPr>
      </p:pic>
      <p:grpSp>
        <p:nvGrpSpPr>
          <p:cNvPr id="2" name="Group 2"/>
          <p:cNvGrpSpPr/>
          <p:nvPr>
            <p:custDataLst>
              <p:tags r:id="rId2"/>
            </p:custDataLst>
          </p:nvPr>
        </p:nvGrpSpPr>
        <p:grpSpPr>
          <a:xfrm rot="0">
            <a:off x="1652806" y="2507119"/>
            <a:ext cx="4461861" cy="6097714"/>
            <a:chOff x="0" y="0"/>
            <a:chExt cx="1175140" cy="1605982"/>
          </a:xfrm>
        </p:grpSpPr>
        <p:sp>
          <p:nvSpPr>
            <p:cNvPr id="3" name="Freeform 3"/>
            <p:cNvSpPr/>
            <p:nvPr>
              <p:custDataLst>
                <p:tags r:id="rId3"/>
              </p:custDataLst>
            </p:nvPr>
          </p:nvSpPr>
          <p:spPr>
            <a:xfrm>
              <a:off x="0" y="0"/>
              <a:ext cx="1175140" cy="1605982"/>
            </a:xfrm>
            <a:custGeom>
              <a:avLst/>
              <a:gdLst/>
              <a:ahLst/>
              <a:cxnLst/>
              <a:rect l="l" t="t" r="r" b="b"/>
              <a:pathLst>
                <a:path w="1175140" h="1605982">
                  <a:moveTo>
                    <a:pt x="0" y="0"/>
                  </a:moveTo>
                  <a:lnTo>
                    <a:pt x="1175140" y="0"/>
                  </a:lnTo>
                  <a:lnTo>
                    <a:pt x="1175140" y="1605982"/>
                  </a:lnTo>
                  <a:lnTo>
                    <a:pt x="0" y="1605982"/>
                  </a:lnTo>
                  <a:close/>
                </a:path>
              </a:pathLst>
            </a:custGeom>
            <a:solidFill>
              <a:srgbClr val="E3D8D4">
                <a:alpha val="33725"/>
              </a:srgbClr>
            </a:solidFill>
          </p:spPr>
        </p:sp>
        <p:sp>
          <p:nvSpPr>
            <p:cNvPr id="4" name="TextBox 4"/>
            <p:cNvSpPr txBox="1"/>
            <p:nvPr/>
          </p:nvSpPr>
          <p:spPr>
            <a:xfrm>
              <a:off x="0" y="-28575"/>
              <a:ext cx="1175140" cy="1634557"/>
            </a:xfrm>
            <a:prstGeom prst="rect">
              <a:avLst/>
            </a:prstGeom>
          </p:spPr>
          <p:txBody>
            <a:bodyPr lIns="50800" tIns="50800" rIns="50800" bIns="50800" rtlCol="0" anchor="ctr"/>
            <a:lstStyle/>
            <a:p>
              <a:pPr algn="ctr">
                <a:lnSpc>
                  <a:spcPts val="2660"/>
                </a:lnSpc>
              </a:pPr>
            </a:p>
          </p:txBody>
        </p:sp>
      </p:grpSp>
      <p:grpSp>
        <p:nvGrpSpPr>
          <p:cNvPr id="5" name="Group 5"/>
          <p:cNvGrpSpPr/>
          <p:nvPr>
            <p:custDataLst>
              <p:tags r:id="rId4"/>
            </p:custDataLst>
          </p:nvPr>
        </p:nvGrpSpPr>
        <p:grpSpPr>
          <a:xfrm rot="0">
            <a:off x="1952566" y="5178810"/>
            <a:ext cx="3862340" cy="3168318"/>
            <a:chOff x="0" y="0"/>
            <a:chExt cx="5149787" cy="4224423"/>
          </a:xfrm>
        </p:grpSpPr>
        <p:pic>
          <p:nvPicPr>
            <p:cNvPr id="6" name="Picture 6"/>
            <p:cNvPicPr>
              <a:picLocks noChangeAspect="1"/>
            </p:cNvPicPr>
            <p:nvPr>
              <p:custDataLst>
                <p:tags r:id="rId5"/>
              </p:custDataLst>
            </p:nvPr>
          </p:nvPicPr>
          <p:blipFill>
            <a:blip r:embed="rId6"/>
            <a:srcRect t="8984" b="8984"/>
            <a:stretch>
              <a:fillRect/>
            </a:stretch>
          </p:blipFill>
          <p:spPr>
            <a:xfrm>
              <a:off x="0" y="0"/>
              <a:ext cx="5149787" cy="4224423"/>
            </a:xfrm>
            <a:prstGeom prst="rect">
              <a:avLst/>
            </a:prstGeom>
          </p:spPr>
        </p:pic>
      </p:grpSp>
      <p:grpSp>
        <p:nvGrpSpPr>
          <p:cNvPr id="7" name="Group 7"/>
          <p:cNvGrpSpPr/>
          <p:nvPr>
            <p:custDataLst>
              <p:tags r:id="rId7"/>
            </p:custDataLst>
          </p:nvPr>
        </p:nvGrpSpPr>
        <p:grpSpPr>
          <a:xfrm rot="0">
            <a:off x="7318375" y="2961005"/>
            <a:ext cx="3651885" cy="2891790"/>
            <a:chOff x="0" y="0"/>
            <a:chExt cx="961804" cy="1367046"/>
          </a:xfrm>
        </p:grpSpPr>
        <p:sp>
          <p:nvSpPr>
            <p:cNvPr id="8" name="Freeform 8"/>
            <p:cNvSpPr/>
            <p:nvPr>
              <p:custDataLst>
                <p:tags r:id="rId8"/>
              </p:custDataLst>
            </p:nvPr>
          </p:nvSpPr>
          <p:spPr>
            <a:xfrm>
              <a:off x="0" y="0"/>
              <a:ext cx="961804" cy="1367046"/>
            </a:xfrm>
            <a:custGeom>
              <a:avLst/>
              <a:gdLst/>
              <a:ahLst/>
              <a:cxnLst/>
              <a:rect l="l" t="t" r="r" b="b"/>
              <a:pathLst>
                <a:path w="961804" h="1367046">
                  <a:moveTo>
                    <a:pt x="0" y="0"/>
                  </a:moveTo>
                  <a:lnTo>
                    <a:pt x="961804" y="0"/>
                  </a:lnTo>
                  <a:lnTo>
                    <a:pt x="961804" y="1367046"/>
                  </a:lnTo>
                  <a:lnTo>
                    <a:pt x="0" y="1367046"/>
                  </a:lnTo>
                  <a:close/>
                </a:path>
              </a:pathLst>
            </a:custGeom>
            <a:solidFill>
              <a:srgbClr val="E3D8D4">
                <a:alpha val="33725"/>
              </a:srgbClr>
            </a:solidFill>
            <a:ln cap="sq">
              <a:noFill/>
              <a:prstDash val="solid"/>
              <a:miter/>
            </a:ln>
          </p:spPr>
        </p:sp>
        <p:sp>
          <p:nvSpPr>
            <p:cNvPr id="9" name="TextBox 9"/>
            <p:cNvSpPr txBox="1"/>
            <p:nvPr/>
          </p:nvSpPr>
          <p:spPr>
            <a:xfrm>
              <a:off x="0" y="-28575"/>
              <a:ext cx="961804" cy="1395621"/>
            </a:xfrm>
            <a:prstGeom prst="rect">
              <a:avLst/>
            </a:prstGeom>
          </p:spPr>
          <p:txBody>
            <a:bodyPr lIns="50800" tIns="50800" rIns="50800" bIns="50800" rtlCol="0" anchor="ctr"/>
            <a:lstStyle/>
            <a:p>
              <a:pPr marL="0" lvl="0" indent="0" algn="ctr">
                <a:lnSpc>
                  <a:spcPts val="2660"/>
                </a:lnSpc>
                <a:spcBef>
                  <a:spcPct val="0"/>
                </a:spcBef>
              </a:pPr>
            </a:p>
          </p:txBody>
        </p:sp>
      </p:grpSp>
      <p:grpSp>
        <p:nvGrpSpPr>
          <p:cNvPr id="10" name="Group 10"/>
          <p:cNvGrpSpPr/>
          <p:nvPr>
            <p:custDataLst>
              <p:tags r:id="rId9"/>
            </p:custDataLst>
          </p:nvPr>
        </p:nvGrpSpPr>
        <p:grpSpPr>
          <a:xfrm rot="0">
            <a:off x="12173334" y="2507119"/>
            <a:ext cx="4461861" cy="6097714"/>
            <a:chOff x="0" y="0"/>
            <a:chExt cx="1175140" cy="1605982"/>
          </a:xfrm>
        </p:grpSpPr>
        <p:sp>
          <p:nvSpPr>
            <p:cNvPr id="11" name="Freeform 11"/>
            <p:cNvSpPr/>
            <p:nvPr>
              <p:custDataLst>
                <p:tags r:id="rId10"/>
              </p:custDataLst>
            </p:nvPr>
          </p:nvSpPr>
          <p:spPr>
            <a:xfrm>
              <a:off x="0" y="0"/>
              <a:ext cx="1175140" cy="1605982"/>
            </a:xfrm>
            <a:custGeom>
              <a:avLst/>
              <a:gdLst/>
              <a:ahLst/>
              <a:cxnLst/>
              <a:rect l="l" t="t" r="r" b="b"/>
              <a:pathLst>
                <a:path w="1175140" h="1605982">
                  <a:moveTo>
                    <a:pt x="0" y="0"/>
                  </a:moveTo>
                  <a:lnTo>
                    <a:pt x="1175140" y="0"/>
                  </a:lnTo>
                  <a:lnTo>
                    <a:pt x="1175140" y="1605982"/>
                  </a:lnTo>
                  <a:lnTo>
                    <a:pt x="0" y="1605982"/>
                  </a:lnTo>
                  <a:close/>
                </a:path>
              </a:pathLst>
            </a:custGeom>
            <a:solidFill>
              <a:srgbClr val="E3D8D4">
                <a:alpha val="33725"/>
              </a:srgbClr>
            </a:solidFill>
            <a:ln cap="sq">
              <a:noFill/>
              <a:prstDash val="solid"/>
              <a:miter/>
            </a:ln>
          </p:spPr>
        </p:sp>
        <p:sp>
          <p:nvSpPr>
            <p:cNvPr id="12" name="TextBox 12"/>
            <p:cNvSpPr txBox="1"/>
            <p:nvPr/>
          </p:nvSpPr>
          <p:spPr>
            <a:xfrm>
              <a:off x="0" y="-28575"/>
              <a:ext cx="1175140" cy="1634557"/>
            </a:xfrm>
            <a:prstGeom prst="rect">
              <a:avLst/>
            </a:prstGeom>
          </p:spPr>
          <p:txBody>
            <a:bodyPr lIns="50800" tIns="50800" rIns="50800" bIns="50800" rtlCol="0" anchor="ctr"/>
            <a:lstStyle/>
            <a:p>
              <a:pPr marL="0" lvl="0" indent="0" algn="ctr">
                <a:lnSpc>
                  <a:spcPts val="2660"/>
                </a:lnSpc>
                <a:spcBef>
                  <a:spcPct val="0"/>
                </a:spcBef>
              </a:pPr>
            </a:p>
          </p:txBody>
        </p:sp>
      </p:grpSp>
      <p:grpSp>
        <p:nvGrpSpPr>
          <p:cNvPr id="13" name="Group 13"/>
          <p:cNvGrpSpPr/>
          <p:nvPr>
            <p:custDataLst>
              <p:tags r:id="rId11"/>
            </p:custDataLst>
          </p:nvPr>
        </p:nvGrpSpPr>
        <p:grpSpPr>
          <a:xfrm rot="0">
            <a:off x="12473094" y="5178810"/>
            <a:ext cx="3862340" cy="3168318"/>
            <a:chOff x="0" y="0"/>
            <a:chExt cx="5149787" cy="4224423"/>
          </a:xfrm>
        </p:grpSpPr>
        <p:pic>
          <p:nvPicPr>
            <p:cNvPr id="14" name="Picture 14"/>
            <p:cNvPicPr>
              <a:picLocks noChangeAspect="1"/>
            </p:cNvPicPr>
            <p:nvPr>
              <p:custDataLst>
                <p:tags r:id="rId12"/>
              </p:custDataLst>
            </p:nvPr>
          </p:nvPicPr>
          <p:blipFill>
            <a:blip r:embed="rId13"/>
            <a:srcRect l="11848" r="11848"/>
            <a:stretch>
              <a:fillRect/>
            </a:stretch>
          </p:blipFill>
          <p:spPr>
            <a:xfrm>
              <a:off x="0" y="0"/>
              <a:ext cx="5149787" cy="4224423"/>
            </a:xfrm>
            <a:prstGeom prst="rect">
              <a:avLst/>
            </a:prstGeom>
          </p:spPr>
        </p:pic>
      </p:grpSp>
      <p:sp>
        <p:nvSpPr>
          <p:cNvPr id="15" name="TextBox 15"/>
          <p:cNvSpPr txBox="1"/>
          <p:nvPr/>
        </p:nvSpPr>
        <p:spPr>
          <a:xfrm>
            <a:off x="1028700" y="485775"/>
            <a:ext cx="9658985" cy="717550"/>
          </a:xfrm>
          <a:prstGeom prst="rect">
            <a:avLst/>
          </a:prstGeom>
        </p:spPr>
        <p:txBody>
          <a:bodyPr lIns="0" tIns="0" rIns="0" bIns="0" rtlCol="0" anchor="t">
            <a:spAutoFit/>
          </a:bodyPr>
          <a:lstStyle/>
          <a:p>
            <a:pPr algn="l">
              <a:lnSpc>
                <a:spcPts val="5600"/>
              </a:lnSpc>
            </a:pPr>
            <a:r>
              <a:rPr lang="en-US" sz="4000" spc="796">
                <a:solidFill>
                  <a:srgbClr val="34455F"/>
                </a:solidFill>
                <a:ea typeface="胡晓波男神体" panose="02010600030101010101" charset="-122"/>
              </a:rPr>
              <a:t>My origination</a:t>
            </a:r>
            <a:endParaRPr lang="en-US" sz="4000" spc="796">
              <a:solidFill>
                <a:srgbClr val="34455F"/>
              </a:solidFill>
              <a:ea typeface="胡晓波男神体" panose="02010600030101010101" charset="-122"/>
            </a:endParaRPr>
          </a:p>
        </p:txBody>
      </p:sp>
      <p:sp>
        <p:nvSpPr>
          <p:cNvPr id="16" name="TextBox 16"/>
          <p:cNvSpPr txBox="1"/>
          <p:nvPr>
            <p:custDataLst>
              <p:tags r:id="rId14"/>
            </p:custDataLst>
          </p:nvPr>
        </p:nvSpPr>
        <p:spPr>
          <a:xfrm>
            <a:off x="1952566" y="2721733"/>
            <a:ext cx="3853896" cy="645795"/>
          </a:xfrm>
          <a:prstGeom prst="rect">
            <a:avLst/>
          </a:prstGeom>
        </p:spPr>
        <p:txBody>
          <a:bodyPr lIns="0" tIns="0" rIns="0" bIns="0" rtlCol="0" anchor="t">
            <a:spAutoFit/>
          </a:bodyPr>
          <a:lstStyle/>
          <a:p>
            <a:pPr algn="ctr">
              <a:lnSpc>
                <a:spcPts val="5040"/>
              </a:lnSpc>
            </a:pPr>
            <a:r>
              <a:rPr lang="en-US" sz="3600" spc="716">
                <a:solidFill>
                  <a:srgbClr val="34455F"/>
                </a:solidFill>
                <a:ea typeface="胡晓波男神体" panose="02010600030101010101" charset="-122"/>
              </a:rPr>
              <a:t>I’m at</a:t>
            </a:r>
            <a:endParaRPr lang="en-US" sz="3600" spc="716">
              <a:solidFill>
                <a:srgbClr val="34455F"/>
              </a:solidFill>
              <a:ea typeface="胡晓波男神体" panose="02010600030101010101" charset="-122"/>
            </a:endParaRPr>
          </a:p>
        </p:txBody>
      </p:sp>
      <p:sp>
        <p:nvSpPr>
          <p:cNvPr id="17" name="TextBox 17"/>
          <p:cNvSpPr txBox="1"/>
          <p:nvPr>
            <p:custDataLst>
              <p:tags r:id="rId15"/>
            </p:custDataLst>
          </p:nvPr>
        </p:nvSpPr>
        <p:spPr>
          <a:xfrm>
            <a:off x="1961011" y="3486810"/>
            <a:ext cx="3853896" cy="1038225"/>
          </a:xfrm>
          <a:prstGeom prst="rect">
            <a:avLst/>
          </a:prstGeom>
        </p:spPr>
        <p:txBody>
          <a:bodyPr lIns="0" tIns="0" rIns="0" bIns="0" rtlCol="0" anchor="t">
            <a:spAutoFit/>
          </a:bodyPr>
          <a:lstStyle/>
          <a:p>
            <a:pPr algn="ctr">
              <a:lnSpc>
                <a:spcPts val="2700"/>
              </a:lnSpc>
            </a:pPr>
            <a:r>
              <a:rPr lang="en-US" sz="2400">
                <a:solidFill>
                  <a:srgbClr val="34455F"/>
                </a:solidFill>
                <a:ea typeface="思源黑体 1" panose="020B0500000000000000" charset="-122"/>
              </a:rPr>
              <a:t>I’m everywhere in ur lives---aiports,train stations,subway stations…</a:t>
            </a:r>
            <a:endParaRPr lang="en-US" sz="2400">
              <a:solidFill>
                <a:srgbClr val="34455F"/>
              </a:solidFill>
              <a:ea typeface="思源黑体 1" panose="020B0500000000000000" charset="-122"/>
            </a:endParaRPr>
          </a:p>
        </p:txBody>
      </p:sp>
      <p:sp>
        <p:nvSpPr>
          <p:cNvPr id="18" name="TextBox 18"/>
          <p:cNvSpPr txBox="1"/>
          <p:nvPr>
            <p:custDataLst>
              <p:tags r:id="rId16"/>
            </p:custDataLst>
          </p:nvPr>
        </p:nvSpPr>
        <p:spPr>
          <a:xfrm>
            <a:off x="12473094" y="2721733"/>
            <a:ext cx="3853896" cy="645795"/>
          </a:xfrm>
          <a:prstGeom prst="rect">
            <a:avLst/>
          </a:prstGeom>
        </p:spPr>
        <p:txBody>
          <a:bodyPr lIns="0" tIns="0" rIns="0" bIns="0" rtlCol="0" anchor="t">
            <a:spAutoFit/>
          </a:bodyPr>
          <a:lstStyle/>
          <a:p>
            <a:pPr algn="ctr">
              <a:lnSpc>
                <a:spcPts val="5040"/>
              </a:lnSpc>
            </a:pPr>
            <a:r>
              <a:rPr lang="en-US" sz="3600" spc="716">
                <a:solidFill>
                  <a:srgbClr val="34455F"/>
                </a:solidFill>
                <a:ea typeface="胡晓波男神体" panose="02010600030101010101" charset="-122"/>
              </a:rPr>
              <a:t>I’m that</a:t>
            </a:r>
            <a:endParaRPr lang="en-US" sz="3600" spc="716">
              <a:solidFill>
                <a:srgbClr val="34455F"/>
              </a:solidFill>
              <a:ea typeface="胡晓波男神体" panose="02010600030101010101" charset="-122"/>
            </a:endParaRPr>
          </a:p>
        </p:txBody>
      </p:sp>
      <p:sp>
        <p:nvSpPr>
          <p:cNvPr id="19" name="TextBox 19"/>
          <p:cNvSpPr txBox="1"/>
          <p:nvPr>
            <p:custDataLst>
              <p:tags r:id="rId17"/>
            </p:custDataLst>
          </p:nvPr>
        </p:nvSpPr>
        <p:spPr>
          <a:xfrm>
            <a:off x="12481538" y="3486810"/>
            <a:ext cx="3853896" cy="692150"/>
          </a:xfrm>
          <a:prstGeom prst="rect">
            <a:avLst/>
          </a:prstGeom>
        </p:spPr>
        <p:txBody>
          <a:bodyPr lIns="0" tIns="0" rIns="0" bIns="0" rtlCol="0" anchor="t">
            <a:spAutoFit/>
          </a:bodyPr>
          <a:lstStyle/>
          <a:p>
            <a:pPr algn="ctr">
              <a:lnSpc>
                <a:spcPts val="2700"/>
              </a:lnSpc>
            </a:pPr>
            <a:r>
              <a:rPr lang="en-US" sz="2400">
                <a:solidFill>
                  <a:srgbClr val="34455F"/>
                </a:solidFill>
                <a:ea typeface="思源黑体 1" panose="020B0500000000000000" charset="-122"/>
              </a:rPr>
              <a:t>I’m an electromagnetic wave with a very short wavelength</a:t>
            </a:r>
            <a:endParaRPr lang="en-US" sz="2400">
              <a:solidFill>
                <a:srgbClr val="34455F"/>
              </a:solidFill>
              <a:ea typeface="思源黑体 1" panose="020B0500000000000000" charset="-122"/>
            </a:endParaRPr>
          </a:p>
        </p:txBody>
      </p:sp>
      <p:sp>
        <p:nvSpPr>
          <p:cNvPr id="21" name="TextBox 21"/>
          <p:cNvSpPr txBox="1"/>
          <p:nvPr>
            <p:custDataLst>
              <p:tags r:id="rId18"/>
            </p:custDataLst>
          </p:nvPr>
        </p:nvSpPr>
        <p:spPr>
          <a:xfrm>
            <a:off x="7593534" y="3539905"/>
            <a:ext cx="3094151" cy="645795"/>
          </a:xfrm>
          <a:prstGeom prst="rect">
            <a:avLst/>
          </a:prstGeom>
        </p:spPr>
        <p:txBody>
          <a:bodyPr lIns="0" tIns="0" rIns="0" bIns="0" rtlCol="0" anchor="t">
            <a:spAutoFit/>
          </a:bodyPr>
          <a:lstStyle/>
          <a:p>
            <a:pPr algn="ctr">
              <a:lnSpc>
                <a:spcPts val="5040"/>
              </a:lnSpc>
            </a:pPr>
            <a:r>
              <a:rPr lang="en-US" sz="3600" spc="716">
                <a:solidFill>
                  <a:srgbClr val="34455F"/>
                </a:solidFill>
                <a:ea typeface="胡晓波男神体" panose="02010600030101010101" charset="-122"/>
              </a:rPr>
              <a:t>I’m from</a:t>
            </a:r>
            <a:endParaRPr lang="en-US" sz="3600" spc="716">
              <a:solidFill>
                <a:srgbClr val="34455F"/>
              </a:solidFill>
              <a:ea typeface="胡晓波男神体" panose="02010600030101010101" charset="-122"/>
            </a:endParaRPr>
          </a:p>
        </p:txBody>
      </p:sp>
      <p:sp>
        <p:nvSpPr>
          <p:cNvPr id="22" name="TextBox 22"/>
          <p:cNvSpPr txBox="1"/>
          <p:nvPr>
            <p:custDataLst>
              <p:tags r:id="rId19"/>
            </p:custDataLst>
          </p:nvPr>
        </p:nvSpPr>
        <p:spPr>
          <a:xfrm>
            <a:off x="7596925" y="4504440"/>
            <a:ext cx="3094151" cy="1038225"/>
          </a:xfrm>
          <a:prstGeom prst="rect">
            <a:avLst/>
          </a:prstGeom>
        </p:spPr>
        <p:txBody>
          <a:bodyPr lIns="0" tIns="0" rIns="0" bIns="0" rtlCol="0" anchor="t">
            <a:spAutoFit/>
          </a:bodyPr>
          <a:lstStyle/>
          <a:p>
            <a:pPr algn="ctr">
              <a:lnSpc>
                <a:spcPts val="2700"/>
              </a:lnSpc>
            </a:pPr>
            <a:r>
              <a:rPr lang="en-US" sz="2400">
                <a:solidFill>
                  <a:srgbClr val="34455F"/>
                </a:solidFill>
                <a:ea typeface="思源黑体 1" panose="020B0500000000000000" charset="-122"/>
              </a:rPr>
              <a:t>I was discovered by Wilhelm Röntgen in 1895</a:t>
            </a:r>
            <a:endParaRPr lang="en-US" sz="2400">
              <a:solidFill>
                <a:srgbClr val="34455F"/>
              </a:solidFill>
              <a:ea typeface="思源黑体 1" panose="020B0500000000000000" charset="-122"/>
            </a:endParaRPr>
          </a:p>
        </p:txBody>
      </p:sp>
      <p:pic>
        <p:nvPicPr>
          <p:cNvPr id="24" name="图片 23" descr="校徽 嘉庚体校名带英文"/>
          <p:cNvPicPr>
            <a:picLocks noChangeAspect="1"/>
          </p:cNvPicPr>
          <p:nvPr/>
        </p:nvPicPr>
        <p:blipFill>
          <a:blip r:embed="rId20"/>
          <a:stretch>
            <a:fillRect/>
          </a:stretch>
        </p:blipFill>
        <p:spPr>
          <a:xfrm>
            <a:off x="14859000" y="342900"/>
            <a:ext cx="3336925" cy="9277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3" presetClass="entr" presetSubtype="16" fill="hold" grpId="0" nodeType="clickEffect">
                                  <p:stCondLst>
                                    <p:cond delay="0"/>
                                  </p:stCondLst>
                                  <p:childTnLst>
                                    <p:set>
                                      <p:cBhvr>
                                        <p:cTn id="24" dur="500" fill="hold">
                                          <p:stCondLst>
                                            <p:cond delay="0"/>
                                          </p:stCondLst>
                                        </p:cTn>
                                        <p:tgtEl>
                                          <p:spTgt spid="21"/>
                                        </p:tgtEl>
                                        <p:attrNameLst>
                                          <p:attrName>style.visibility</p:attrName>
                                        </p:attrNameLst>
                                      </p:cBhvr>
                                      <p:to>
                                        <p:strVal val="visible"/>
                                      </p:to>
                                    </p:set>
                                    <p:animEffect transition="in" filter="plus(in)">
                                      <p:cBhvr>
                                        <p:cTn id="25" dur="500"/>
                                        <p:tgtEl>
                                          <p:spTgt spid="21"/>
                                        </p:tgtEl>
                                      </p:cBhvr>
                                    </p:animEffect>
                                  </p:childTnLst>
                                </p:cTn>
                              </p:par>
                              <p:par>
                                <p:cTn id="26" presetID="13" presetClass="entr" presetSubtype="16" fill="hold" grpId="0" nodeType="withEffect">
                                  <p:stCondLst>
                                    <p:cond delay="0"/>
                                  </p:stCondLst>
                                  <p:childTnLst>
                                    <p:set>
                                      <p:cBhvr>
                                        <p:cTn id="27" dur="500" fill="hold">
                                          <p:stCondLst>
                                            <p:cond delay="0"/>
                                          </p:stCondLst>
                                        </p:cTn>
                                        <p:tgtEl>
                                          <p:spTgt spid="22"/>
                                        </p:tgtEl>
                                        <p:attrNameLst>
                                          <p:attrName>style.visibility</p:attrName>
                                        </p:attrNameLst>
                                      </p:cBhvr>
                                      <p:to>
                                        <p:strVal val="visible"/>
                                      </p:to>
                                    </p:set>
                                    <p:animEffect transition="in" filter="plus(in)">
                                      <p:cBhvr>
                                        <p:cTn id="28" dur="500"/>
                                        <p:tgtEl>
                                          <p:spTgt spid="22"/>
                                        </p:tgtEl>
                                      </p:cBhvr>
                                    </p:animEffect>
                                  </p:childTnLst>
                                </p:cTn>
                              </p:par>
                              <p:par>
                                <p:cTn id="29" presetID="13" presetClass="entr" presetSubtype="16" fill="hold" nodeType="withEffect">
                                  <p:stCondLst>
                                    <p:cond delay="0"/>
                                  </p:stCondLst>
                                  <p:childTnLst>
                                    <p:set>
                                      <p:cBhvr>
                                        <p:cTn id="30" dur="500" fill="hold">
                                          <p:stCondLst>
                                            <p:cond delay="0"/>
                                          </p:stCondLst>
                                        </p:cTn>
                                        <p:tgtEl>
                                          <p:spTgt spid="7"/>
                                        </p:tgtEl>
                                        <p:attrNameLst>
                                          <p:attrName>style.visibility</p:attrName>
                                        </p:attrNameLst>
                                      </p:cBhvr>
                                      <p:to>
                                        <p:strVal val="visible"/>
                                      </p:to>
                                    </p:set>
                                    <p:animEffect transition="in" filter="plus(in)">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21" presetClass="entr" presetSubtype="1" fill="hold" grpId="0" nodeType="clickEffect">
                                  <p:stCondLst>
                                    <p:cond delay="0"/>
                                  </p:stCondLst>
                                  <p:childTnLst>
                                    <p:set>
                                      <p:cBhvr>
                                        <p:cTn id="35" dur="500" fill="hold">
                                          <p:stCondLst>
                                            <p:cond delay="0"/>
                                          </p:stCondLst>
                                        </p:cTn>
                                        <p:tgtEl>
                                          <p:spTgt spid="19"/>
                                        </p:tgtEl>
                                        <p:attrNameLst>
                                          <p:attrName>style.visibility</p:attrName>
                                        </p:attrNameLst>
                                      </p:cBhvr>
                                      <p:to>
                                        <p:strVal val="visible"/>
                                      </p:to>
                                    </p:set>
                                    <p:animEffect transition="in" filter="wheel(1)">
                                      <p:cBhvr>
                                        <p:cTn id="36" dur="500"/>
                                        <p:tgtEl>
                                          <p:spTgt spid="19"/>
                                        </p:tgtEl>
                                      </p:cBhvr>
                                    </p:animEffect>
                                  </p:childTnLst>
                                </p:cTn>
                              </p:par>
                              <p:par>
                                <p:cTn id="37" presetID="21" presetClass="entr" presetSubtype="1" fill="hold" grpId="0" nodeType="withEffect">
                                  <p:stCondLst>
                                    <p:cond delay="0"/>
                                  </p:stCondLst>
                                  <p:childTnLst>
                                    <p:set>
                                      <p:cBhvr>
                                        <p:cTn id="38" dur="500" fill="hold">
                                          <p:stCondLst>
                                            <p:cond delay="0"/>
                                          </p:stCondLst>
                                        </p:cTn>
                                        <p:tgtEl>
                                          <p:spTgt spid="18"/>
                                        </p:tgtEl>
                                        <p:attrNameLst>
                                          <p:attrName>style.visibility</p:attrName>
                                        </p:attrNameLst>
                                      </p:cBhvr>
                                      <p:to>
                                        <p:strVal val="visible"/>
                                      </p:to>
                                    </p:set>
                                    <p:animEffect transition="in" filter="wheel(1)">
                                      <p:cBhvr>
                                        <p:cTn id="39" dur="500"/>
                                        <p:tgtEl>
                                          <p:spTgt spid="18"/>
                                        </p:tgtEl>
                                      </p:cBhvr>
                                    </p:animEffect>
                                  </p:childTnLst>
                                </p:cTn>
                              </p:par>
                              <p:par>
                                <p:cTn id="40" presetID="21" presetClass="entr" presetSubtype="1" fill="hold" nodeType="withEffect">
                                  <p:stCondLst>
                                    <p:cond delay="0"/>
                                  </p:stCondLst>
                                  <p:childTnLst>
                                    <p:set>
                                      <p:cBhvr>
                                        <p:cTn id="41" dur="500" fill="hold">
                                          <p:stCondLst>
                                            <p:cond delay="0"/>
                                          </p:stCondLst>
                                        </p:cTn>
                                        <p:tgtEl>
                                          <p:spTgt spid="13"/>
                                        </p:tgtEl>
                                        <p:attrNameLst>
                                          <p:attrName>style.visibility</p:attrName>
                                        </p:attrNameLst>
                                      </p:cBhvr>
                                      <p:to>
                                        <p:strVal val="visible"/>
                                      </p:to>
                                    </p:set>
                                    <p:animEffect transition="in" filter="wheel(1)">
                                      <p:cBhvr>
                                        <p:cTn id="42" dur="500"/>
                                        <p:tgtEl>
                                          <p:spTgt spid="13"/>
                                        </p:tgtEl>
                                      </p:cBhvr>
                                    </p:animEffect>
                                  </p:childTnLst>
                                </p:cTn>
                              </p:par>
                              <p:par>
                                <p:cTn id="43" presetID="21" presetClass="entr" presetSubtype="1" fill="hold" nodeType="withEffect">
                                  <p:stCondLst>
                                    <p:cond delay="0"/>
                                  </p:stCondLst>
                                  <p:childTnLst>
                                    <p:set>
                                      <p:cBhvr>
                                        <p:cTn id="44" dur="500" fill="hold">
                                          <p:stCondLst>
                                            <p:cond delay="0"/>
                                          </p:stCondLst>
                                        </p:cTn>
                                        <p:tgtEl>
                                          <p:spTgt spid="10"/>
                                        </p:tgtEl>
                                        <p:attrNameLst>
                                          <p:attrName>style.visibility</p:attrName>
                                        </p:attrNameLst>
                                      </p:cBhvr>
                                      <p:to>
                                        <p:strVal val="visible"/>
                                      </p:to>
                                    </p:set>
                                    <p:animEffect transition="in" filter="wheel(1)">
                                      <p:cBhvr>
                                        <p:cTn id="4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1" grpId="0"/>
      <p:bldP spid="22" grpId="0"/>
      <p:bldP spid="19"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36" name="图片 35" descr="3。。"/>
          <p:cNvPicPr>
            <a:picLocks noChangeAspect="1"/>
          </p:cNvPicPr>
          <p:nvPr/>
        </p:nvPicPr>
        <p:blipFill>
          <a:blip r:embed="rId1"/>
          <a:stretch>
            <a:fillRect/>
          </a:stretch>
        </p:blipFill>
        <p:spPr>
          <a:xfrm>
            <a:off x="-18415" y="-38100"/>
            <a:ext cx="18317210" cy="10303510"/>
          </a:xfrm>
          <a:prstGeom prst="rect">
            <a:avLst/>
          </a:prstGeom>
        </p:spPr>
      </p:pic>
      <p:grpSp>
        <p:nvGrpSpPr>
          <p:cNvPr id="3" name="Group 3"/>
          <p:cNvGrpSpPr/>
          <p:nvPr/>
        </p:nvGrpSpPr>
        <p:grpSpPr>
          <a:xfrm rot="0">
            <a:off x="2544886" y="5198580"/>
            <a:ext cx="952500" cy="952500"/>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DBDD6">
                  <a:alpha val="72941"/>
                </a:srgbClr>
              </a:solidFill>
              <a:prstDash val="solid"/>
              <a:miter/>
            </a:ln>
          </p:spPr>
        </p:sp>
        <p:sp>
          <p:nvSpPr>
            <p:cNvPr id="5" name="TextBox 5"/>
            <p:cNvSpPr txBox="1"/>
            <p:nvPr/>
          </p:nvSpPr>
          <p:spPr>
            <a:xfrm>
              <a:off x="76200" y="47625"/>
              <a:ext cx="660400" cy="688975"/>
            </a:xfrm>
            <a:prstGeom prst="rect">
              <a:avLst/>
            </a:prstGeom>
          </p:spPr>
          <p:txBody>
            <a:bodyPr lIns="50800" tIns="50800" rIns="50800" bIns="50800" rtlCol="0" anchor="ctr"/>
            <a:lstStyle/>
            <a:p>
              <a:pPr algn="ctr">
                <a:lnSpc>
                  <a:spcPts val="2660"/>
                </a:lnSpc>
                <a:spcBef>
                  <a:spcPct val="0"/>
                </a:spcBef>
              </a:pPr>
            </a:p>
          </p:txBody>
        </p:sp>
      </p:grpSp>
      <p:sp>
        <p:nvSpPr>
          <p:cNvPr id="6" name="Freeform 6"/>
          <p:cNvSpPr/>
          <p:nvPr/>
        </p:nvSpPr>
        <p:spPr>
          <a:xfrm>
            <a:off x="2799878" y="5435631"/>
            <a:ext cx="442517" cy="478397"/>
          </a:xfrm>
          <a:custGeom>
            <a:avLst/>
            <a:gdLst/>
            <a:ahLst/>
            <a:cxnLst/>
            <a:rect l="l" t="t" r="r" b="b"/>
            <a:pathLst>
              <a:path w="442517" h="478397">
                <a:moveTo>
                  <a:pt x="0" y="0"/>
                </a:moveTo>
                <a:lnTo>
                  <a:pt x="442517" y="0"/>
                </a:lnTo>
                <a:lnTo>
                  <a:pt x="442517" y="478397"/>
                </a:lnTo>
                <a:lnTo>
                  <a:pt x="0" y="4783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rot="0">
            <a:off x="7007881" y="5198580"/>
            <a:ext cx="952500" cy="952500"/>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DBDD6">
                  <a:alpha val="72941"/>
                </a:srgbClr>
              </a:solidFill>
              <a:prstDash val="solid"/>
              <a:miter/>
            </a:ln>
          </p:spPr>
        </p:sp>
        <p:sp>
          <p:nvSpPr>
            <p:cNvPr id="9" name="TextBox 9"/>
            <p:cNvSpPr txBox="1"/>
            <p:nvPr/>
          </p:nvSpPr>
          <p:spPr>
            <a:xfrm>
              <a:off x="76200" y="47625"/>
              <a:ext cx="660400" cy="688975"/>
            </a:xfrm>
            <a:prstGeom prst="rect">
              <a:avLst/>
            </a:prstGeom>
          </p:spPr>
          <p:txBody>
            <a:bodyPr lIns="50800" tIns="50800" rIns="50800" bIns="50800" rtlCol="0" anchor="ctr"/>
            <a:lstStyle/>
            <a:p>
              <a:pPr algn="ctr">
                <a:lnSpc>
                  <a:spcPts val="2660"/>
                </a:lnSpc>
                <a:spcBef>
                  <a:spcPct val="0"/>
                </a:spcBef>
              </a:pPr>
            </a:p>
          </p:txBody>
        </p:sp>
      </p:grpSp>
      <p:sp>
        <p:nvSpPr>
          <p:cNvPr id="10" name="Freeform 10"/>
          <p:cNvSpPr/>
          <p:nvPr/>
        </p:nvSpPr>
        <p:spPr>
          <a:xfrm>
            <a:off x="7262873" y="5435631"/>
            <a:ext cx="442517" cy="478397"/>
          </a:xfrm>
          <a:custGeom>
            <a:avLst/>
            <a:gdLst/>
            <a:ahLst/>
            <a:cxnLst/>
            <a:rect l="l" t="t" r="r" b="b"/>
            <a:pathLst>
              <a:path w="442517" h="478397">
                <a:moveTo>
                  <a:pt x="0" y="0"/>
                </a:moveTo>
                <a:lnTo>
                  <a:pt x="442517" y="0"/>
                </a:lnTo>
                <a:lnTo>
                  <a:pt x="442517" y="478397"/>
                </a:lnTo>
                <a:lnTo>
                  <a:pt x="0" y="4783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rot="0">
            <a:off x="2544886" y="7017805"/>
            <a:ext cx="952500" cy="95250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DBDD6">
                  <a:alpha val="72941"/>
                </a:srgbClr>
              </a:solidFill>
              <a:prstDash val="solid"/>
              <a:miter/>
            </a:ln>
          </p:spPr>
        </p:sp>
        <p:sp>
          <p:nvSpPr>
            <p:cNvPr id="13" name="TextBox 13"/>
            <p:cNvSpPr txBox="1"/>
            <p:nvPr/>
          </p:nvSpPr>
          <p:spPr>
            <a:xfrm>
              <a:off x="76200" y="47625"/>
              <a:ext cx="660400" cy="688975"/>
            </a:xfrm>
            <a:prstGeom prst="rect">
              <a:avLst/>
            </a:prstGeom>
          </p:spPr>
          <p:txBody>
            <a:bodyPr lIns="50800" tIns="50800" rIns="50800" bIns="50800" rtlCol="0" anchor="ctr"/>
            <a:lstStyle/>
            <a:p>
              <a:pPr algn="ctr">
                <a:lnSpc>
                  <a:spcPts val="2660"/>
                </a:lnSpc>
                <a:spcBef>
                  <a:spcPct val="0"/>
                </a:spcBef>
              </a:pPr>
            </a:p>
          </p:txBody>
        </p:sp>
      </p:grpSp>
      <p:sp>
        <p:nvSpPr>
          <p:cNvPr id="14" name="Freeform 14"/>
          <p:cNvSpPr/>
          <p:nvPr/>
        </p:nvSpPr>
        <p:spPr>
          <a:xfrm>
            <a:off x="2799878" y="7254857"/>
            <a:ext cx="442517" cy="478397"/>
          </a:xfrm>
          <a:custGeom>
            <a:avLst/>
            <a:gdLst/>
            <a:ahLst/>
            <a:cxnLst/>
            <a:rect l="l" t="t" r="r" b="b"/>
            <a:pathLst>
              <a:path w="442517" h="478397">
                <a:moveTo>
                  <a:pt x="0" y="0"/>
                </a:moveTo>
                <a:lnTo>
                  <a:pt x="442517" y="0"/>
                </a:lnTo>
                <a:lnTo>
                  <a:pt x="442517" y="478396"/>
                </a:lnTo>
                <a:lnTo>
                  <a:pt x="0" y="4783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5" name="Group 15"/>
          <p:cNvGrpSpPr/>
          <p:nvPr/>
        </p:nvGrpSpPr>
        <p:grpSpPr>
          <a:xfrm rot="0">
            <a:off x="7007881" y="7017805"/>
            <a:ext cx="952500" cy="952500"/>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ADBDD6">
                  <a:alpha val="72941"/>
                </a:srgbClr>
              </a:solidFill>
              <a:prstDash val="solid"/>
              <a:miter/>
            </a:ln>
          </p:spPr>
        </p:sp>
        <p:sp>
          <p:nvSpPr>
            <p:cNvPr id="17" name="TextBox 17"/>
            <p:cNvSpPr txBox="1"/>
            <p:nvPr/>
          </p:nvSpPr>
          <p:spPr>
            <a:xfrm>
              <a:off x="76200" y="47625"/>
              <a:ext cx="660400" cy="688975"/>
            </a:xfrm>
            <a:prstGeom prst="rect">
              <a:avLst/>
            </a:prstGeom>
          </p:spPr>
          <p:txBody>
            <a:bodyPr lIns="50800" tIns="50800" rIns="50800" bIns="50800" rtlCol="0" anchor="ctr"/>
            <a:lstStyle/>
            <a:p>
              <a:pPr algn="ctr">
                <a:lnSpc>
                  <a:spcPts val="2660"/>
                </a:lnSpc>
                <a:spcBef>
                  <a:spcPct val="0"/>
                </a:spcBef>
              </a:pPr>
            </a:p>
          </p:txBody>
        </p:sp>
      </p:grpSp>
      <p:sp>
        <p:nvSpPr>
          <p:cNvPr id="18" name="Freeform 18"/>
          <p:cNvSpPr/>
          <p:nvPr/>
        </p:nvSpPr>
        <p:spPr>
          <a:xfrm>
            <a:off x="7262873" y="7254857"/>
            <a:ext cx="442517" cy="478397"/>
          </a:xfrm>
          <a:custGeom>
            <a:avLst/>
            <a:gdLst/>
            <a:ahLst/>
            <a:cxnLst/>
            <a:rect l="l" t="t" r="r" b="b"/>
            <a:pathLst>
              <a:path w="442517" h="478397">
                <a:moveTo>
                  <a:pt x="0" y="0"/>
                </a:moveTo>
                <a:lnTo>
                  <a:pt x="442517" y="0"/>
                </a:lnTo>
                <a:lnTo>
                  <a:pt x="442517" y="478396"/>
                </a:lnTo>
                <a:lnTo>
                  <a:pt x="0" y="4783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9" name="Group 19"/>
          <p:cNvGrpSpPr/>
          <p:nvPr/>
        </p:nvGrpSpPr>
        <p:grpSpPr>
          <a:xfrm rot="0">
            <a:off x="11972581" y="2655454"/>
            <a:ext cx="4246783" cy="5305643"/>
            <a:chOff x="0" y="0"/>
            <a:chExt cx="5662377" cy="7074191"/>
          </a:xfrm>
        </p:grpSpPr>
        <p:pic>
          <p:nvPicPr>
            <p:cNvPr id="20" name="Picture 20"/>
            <p:cNvPicPr>
              <a:picLocks noChangeAspect="1"/>
            </p:cNvPicPr>
            <p:nvPr/>
          </p:nvPicPr>
          <p:blipFill>
            <a:blip r:embed="rId4"/>
            <a:srcRect t="1604" b="1604"/>
            <a:stretch>
              <a:fillRect/>
            </a:stretch>
          </p:blipFill>
          <p:spPr>
            <a:xfrm>
              <a:off x="0" y="0"/>
              <a:ext cx="5662377" cy="7074191"/>
            </a:xfrm>
            <a:prstGeom prst="rect">
              <a:avLst/>
            </a:prstGeom>
          </p:spPr>
        </p:pic>
      </p:grpSp>
      <p:sp>
        <p:nvSpPr>
          <p:cNvPr id="21" name="TextBox 21"/>
          <p:cNvSpPr txBox="1"/>
          <p:nvPr/>
        </p:nvSpPr>
        <p:spPr>
          <a:xfrm>
            <a:off x="2544886" y="3268483"/>
            <a:ext cx="8522820" cy="733425"/>
          </a:xfrm>
          <a:prstGeom prst="rect">
            <a:avLst/>
          </a:prstGeom>
        </p:spPr>
        <p:txBody>
          <a:bodyPr lIns="0" tIns="0" rIns="0" bIns="0" rtlCol="0" anchor="t">
            <a:spAutoFit/>
          </a:bodyPr>
          <a:lstStyle/>
          <a:p>
            <a:pPr algn="l">
              <a:lnSpc>
                <a:spcPts val="2860"/>
              </a:lnSpc>
            </a:pPr>
            <a:r>
              <a:rPr lang="en-US" sz="2400" spc="113">
                <a:solidFill>
                  <a:srgbClr val="737373"/>
                </a:solidFill>
                <a:ea typeface="思源黑体 1" panose="020B0500000000000000" charset="-122"/>
              </a:rPr>
              <a:t>Since I —— X-rays are not as colorful as the light in common sense, I am more like a kind of ghost.</a:t>
            </a:r>
            <a:endParaRPr lang="en-US" sz="2400" spc="113">
              <a:solidFill>
                <a:srgbClr val="737373"/>
              </a:solidFill>
              <a:ea typeface="思源黑体 1" panose="020B0500000000000000" charset="-122"/>
            </a:endParaRPr>
          </a:p>
        </p:txBody>
      </p:sp>
      <p:sp>
        <p:nvSpPr>
          <p:cNvPr id="22" name="TextBox 22"/>
          <p:cNvSpPr txBox="1"/>
          <p:nvPr/>
        </p:nvSpPr>
        <p:spPr>
          <a:xfrm>
            <a:off x="2544886" y="2578937"/>
            <a:ext cx="8522820" cy="645795"/>
          </a:xfrm>
          <a:prstGeom prst="rect">
            <a:avLst/>
          </a:prstGeom>
        </p:spPr>
        <p:txBody>
          <a:bodyPr lIns="0" tIns="0" rIns="0" bIns="0" rtlCol="0" anchor="t">
            <a:spAutoFit/>
          </a:bodyPr>
          <a:lstStyle/>
          <a:p>
            <a:pPr algn="l">
              <a:lnSpc>
                <a:spcPts val="5040"/>
              </a:lnSpc>
            </a:pPr>
            <a:r>
              <a:rPr lang="en-US" sz="3600">
                <a:solidFill>
                  <a:srgbClr val="34455F"/>
                </a:solidFill>
                <a:ea typeface="胡晓波男神体" panose="02010600030101010101" charset="-122"/>
              </a:rPr>
              <a:t>I was doubted</a:t>
            </a:r>
            <a:endParaRPr lang="en-US" sz="3600">
              <a:solidFill>
                <a:srgbClr val="34455F"/>
              </a:solidFill>
              <a:ea typeface="胡晓波男神体" panose="02010600030101010101" charset="-122"/>
            </a:endParaRPr>
          </a:p>
        </p:txBody>
      </p:sp>
      <p:sp>
        <p:nvSpPr>
          <p:cNvPr id="23" name="TextBox 23"/>
          <p:cNvSpPr txBox="1"/>
          <p:nvPr/>
        </p:nvSpPr>
        <p:spPr>
          <a:xfrm>
            <a:off x="3673752" y="5802401"/>
            <a:ext cx="2930960" cy="733425"/>
          </a:xfrm>
          <a:prstGeom prst="rect">
            <a:avLst/>
          </a:prstGeom>
        </p:spPr>
        <p:txBody>
          <a:bodyPr lIns="0" tIns="0" rIns="0" bIns="0" rtlCol="0" anchor="t">
            <a:spAutoFit/>
          </a:bodyPr>
          <a:lstStyle/>
          <a:p>
            <a:pPr algn="l">
              <a:lnSpc>
                <a:spcPts val="2860"/>
              </a:lnSpc>
            </a:pPr>
            <a:r>
              <a:rPr lang="en-US" sz="2400" spc="113">
                <a:solidFill>
                  <a:srgbClr val="737373"/>
                </a:solidFill>
                <a:ea typeface="思源黑体 1" panose="020B0500000000000000" charset="-122"/>
              </a:rPr>
              <a:t>intuitively didn’t believe me</a:t>
            </a:r>
            <a:endParaRPr lang="en-US" sz="2400" spc="113">
              <a:solidFill>
                <a:srgbClr val="737373"/>
              </a:solidFill>
              <a:ea typeface="思源黑体 1" panose="020B0500000000000000" charset="-122"/>
            </a:endParaRPr>
          </a:p>
        </p:txBody>
      </p:sp>
      <p:sp>
        <p:nvSpPr>
          <p:cNvPr id="24" name="TextBox 24"/>
          <p:cNvSpPr txBox="1"/>
          <p:nvPr/>
        </p:nvSpPr>
        <p:spPr>
          <a:xfrm>
            <a:off x="3673752" y="5112855"/>
            <a:ext cx="2930960" cy="645795"/>
          </a:xfrm>
          <a:prstGeom prst="rect">
            <a:avLst/>
          </a:prstGeom>
        </p:spPr>
        <p:txBody>
          <a:bodyPr lIns="0" tIns="0" rIns="0" bIns="0" rtlCol="0" anchor="t">
            <a:spAutoFit/>
          </a:bodyPr>
          <a:lstStyle/>
          <a:p>
            <a:pPr algn="l">
              <a:lnSpc>
                <a:spcPts val="5040"/>
              </a:lnSpc>
            </a:pPr>
            <a:r>
              <a:rPr lang="en-US" sz="3600">
                <a:solidFill>
                  <a:srgbClr val="34455F"/>
                </a:solidFill>
                <a:ea typeface="胡晓波男神体" panose="02010600030101010101" charset="-122"/>
              </a:rPr>
              <a:t>Many scientists</a:t>
            </a:r>
            <a:endParaRPr lang="en-US" sz="3600">
              <a:solidFill>
                <a:srgbClr val="34455F"/>
              </a:solidFill>
              <a:ea typeface="胡晓波男神体" panose="02010600030101010101" charset="-122"/>
            </a:endParaRPr>
          </a:p>
        </p:txBody>
      </p:sp>
      <p:sp>
        <p:nvSpPr>
          <p:cNvPr id="25" name="TextBox 25"/>
          <p:cNvSpPr txBox="1"/>
          <p:nvPr/>
        </p:nvSpPr>
        <p:spPr>
          <a:xfrm>
            <a:off x="8136747" y="5802401"/>
            <a:ext cx="2930960" cy="733425"/>
          </a:xfrm>
          <a:prstGeom prst="rect">
            <a:avLst/>
          </a:prstGeom>
        </p:spPr>
        <p:txBody>
          <a:bodyPr lIns="0" tIns="0" rIns="0" bIns="0" rtlCol="0" anchor="t">
            <a:spAutoFit/>
          </a:bodyPr>
          <a:lstStyle/>
          <a:p>
            <a:pPr algn="l">
              <a:lnSpc>
                <a:spcPts val="2860"/>
              </a:lnSpc>
            </a:pPr>
            <a:r>
              <a:rPr lang="en-US" sz="2400" spc="113">
                <a:solidFill>
                  <a:srgbClr val="737373"/>
                </a:solidFill>
                <a:ea typeface="思源黑体 1" panose="020B0500000000000000" charset="-122"/>
              </a:rPr>
              <a:t>It can’t detect my nature as light</a:t>
            </a:r>
            <a:endParaRPr lang="en-US" sz="2400" spc="113">
              <a:solidFill>
                <a:srgbClr val="737373"/>
              </a:solidFill>
              <a:ea typeface="思源黑体 1" panose="020B0500000000000000" charset="-122"/>
            </a:endParaRPr>
          </a:p>
        </p:txBody>
      </p:sp>
      <p:sp>
        <p:nvSpPr>
          <p:cNvPr id="26" name="TextBox 26"/>
          <p:cNvSpPr txBox="1"/>
          <p:nvPr/>
        </p:nvSpPr>
        <p:spPr>
          <a:xfrm>
            <a:off x="8136747" y="5112855"/>
            <a:ext cx="2930960" cy="645795"/>
          </a:xfrm>
          <a:prstGeom prst="rect">
            <a:avLst/>
          </a:prstGeom>
        </p:spPr>
        <p:txBody>
          <a:bodyPr lIns="0" tIns="0" rIns="0" bIns="0" rtlCol="0" anchor="t">
            <a:spAutoFit/>
          </a:bodyPr>
          <a:lstStyle/>
          <a:p>
            <a:pPr algn="l">
              <a:lnSpc>
                <a:spcPts val="5040"/>
              </a:lnSpc>
            </a:pPr>
            <a:r>
              <a:rPr lang="en-US" sz="3600">
                <a:solidFill>
                  <a:srgbClr val="34455F"/>
                </a:solidFill>
                <a:ea typeface="胡晓波男神体" panose="02010600030101010101" charset="-122"/>
              </a:rPr>
              <a:t>Due to the time</a:t>
            </a:r>
            <a:endParaRPr lang="en-US" sz="3600">
              <a:solidFill>
                <a:srgbClr val="34455F"/>
              </a:solidFill>
              <a:ea typeface="胡晓波男神体" panose="02010600030101010101" charset="-122"/>
            </a:endParaRPr>
          </a:p>
        </p:txBody>
      </p:sp>
      <p:sp>
        <p:nvSpPr>
          <p:cNvPr id="27" name="TextBox 27"/>
          <p:cNvSpPr txBox="1"/>
          <p:nvPr/>
        </p:nvSpPr>
        <p:spPr>
          <a:xfrm>
            <a:off x="3673475" y="7621905"/>
            <a:ext cx="2998470" cy="733425"/>
          </a:xfrm>
          <a:prstGeom prst="rect">
            <a:avLst/>
          </a:prstGeom>
        </p:spPr>
        <p:txBody>
          <a:bodyPr wrap="square" lIns="0" tIns="0" rIns="0" bIns="0" rtlCol="0" anchor="t">
            <a:spAutoFit/>
          </a:bodyPr>
          <a:lstStyle/>
          <a:p>
            <a:pPr algn="l">
              <a:lnSpc>
                <a:spcPts val="2860"/>
              </a:lnSpc>
            </a:pPr>
            <a:r>
              <a:rPr lang="en-US" sz="2400" spc="113">
                <a:solidFill>
                  <a:srgbClr val="737373"/>
                </a:solidFill>
                <a:ea typeface="思源黑体 1" panose="020B0500000000000000" charset="-122"/>
              </a:rPr>
              <a:t>until 1912,17 years after I was discovered</a:t>
            </a:r>
            <a:endParaRPr lang="en-US" sz="2400" spc="113">
              <a:solidFill>
                <a:srgbClr val="737373"/>
              </a:solidFill>
              <a:ea typeface="思源黑体 1" panose="020B0500000000000000" charset="-122"/>
            </a:endParaRPr>
          </a:p>
        </p:txBody>
      </p:sp>
      <p:sp>
        <p:nvSpPr>
          <p:cNvPr id="28" name="TextBox 28"/>
          <p:cNvSpPr txBox="1"/>
          <p:nvPr/>
        </p:nvSpPr>
        <p:spPr>
          <a:xfrm>
            <a:off x="3673752" y="6932080"/>
            <a:ext cx="2930960" cy="645795"/>
          </a:xfrm>
          <a:prstGeom prst="rect">
            <a:avLst/>
          </a:prstGeom>
        </p:spPr>
        <p:txBody>
          <a:bodyPr lIns="0" tIns="0" rIns="0" bIns="0" rtlCol="0" anchor="t">
            <a:spAutoFit/>
          </a:bodyPr>
          <a:lstStyle/>
          <a:p>
            <a:pPr algn="l">
              <a:lnSpc>
                <a:spcPts val="5040"/>
              </a:lnSpc>
            </a:pPr>
            <a:r>
              <a:rPr lang="en-US" sz="3600">
                <a:solidFill>
                  <a:srgbClr val="34455F"/>
                </a:solidFill>
                <a:ea typeface="胡晓波男神体" panose="02010600030101010101" charset="-122"/>
              </a:rPr>
              <a:t>Not identified</a:t>
            </a:r>
            <a:endParaRPr lang="en-US" sz="3600">
              <a:solidFill>
                <a:srgbClr val="34455F"/>
              </a:solidFill>
              <a:ea typeface="胡晓波男神体" panose="02010600030101010101" charset="-122"/>
            </a:endParaRPr>
          </a:p>
        </p:txBody>
      </p:sp>
      <p:sp>
        <p:nvSpPr>
          <p:cNvPr id="29" name="TextBox 29"/>
          <p:cNvSpPr txBox="1"/>
          <p:nvPr/>
        </p:nvSpPr>
        <p:spPr>
          <a:xfrm>
            <a:off x="8136747" y="7621627"/>
            <a:ext cx="2930960" cy="733425"/>
          </a:xfrm>
          <a:prstGeom prst="rect">
            <a:avLst/>
          </a:prstGeom>
        </p:spPr>
        <p:txBody>
          <a:bodyPr lIns="0" tIns="0" rIns="0" bIns="0" rtlCol="0" anchor="t">
            <a:spAutoFit/>
          </a:bodyPr>
          <a:lstStyle/>
          <a:p>
            <a:pPr algn="l">
              <a:lnSpc>
                <a:spcPts val="2860"/>
              </a:lnSpc>
            </a:pPr>
            <a:r>
              <a:rPr lang="en-US" sz="2400" spc="113">
                <a:solidFill>
                  <a:srgbClr val="737373"/>
                </a:solidFill>
                <a:ea typeface="思源黑体 1" panose="020B0500000000000000" charset="-122"/>
              </a:rPr>
              <a:t>I am in a significant role</a:t>
            </a:r>
            <a:endParaRPr lang="en-US" sz="2400" spc="113">
              <a:solidFill>
                <a:srgbClr val="737373"/>
              </a:solidFill>
              <a:ea typeface="思源黑体 1" panose="020B0500000000000000" charset="-122"/>
            </a:endParaRPr>
          </a:p>
        </p:txBody>
      </p:sp>
      <p:sp>
        <p:nvSpPr>
          <p:cNvPr id="30" name="TextBox 30"/>
          <p:cNvSpPr txBox="1"/>
          <p:nvPr/>
        </p:nvSpPr>
        <p:spPr>
          <a:xfrm>
            <a:off x="8136747" y="6932080"/>
            <a:ext cx="2930960" cy="645795"/>
          </a:xfrm>
          <a:prstGeom prst="rect">
            <a:avLst/>
          </a:prstGeom>
        </p:spPr>
        <p:txBody>
          <a:bodyPr lIns="0" tIns="0" rIns="0" bIns="0" rtlCol="0" anchor="t">
            <a:spAutoFit/>
          </a:bodyPr>
          <a:lstStyle/>
          <a:p>
            <a:pPr algn="l">
              <a:lnSpc>
                <a:spcPts val="5040"/>
              </a:lnSpc>
            </a:pPr>
            <a:r>
              <a:rPr lang="en-US" sz="3600">
                <a:solidFill>
                  <a:srgbClr val="34455F"/>
                </a:solidFill>
                <a:ea typeface="胡晓波男神体" panose="02010600030101010101" charset="-122"/>
              </a:rPr>
              <a:t>After that</a:t>
            </a:r>
            <a:endParaRPr lang="en-US" sz="3600">
              <a:solidFill>
                <a:srgbClr val="34455F"/>
              </a:solidFill>
              <a:ea typeface="胡晓波男神体" panose="02010600030101010101" charset="-122"/>
            </a:endParaRPr>
          </a:p>
        </p:txBody>
      </p:sp>
      <p:sp>
        <p:nvSpPr>
          <p:cNvPr id="31" name="TextBox 31"/>
          <p:cNvSpPr txBox="1"/>
          <p:nvPr/>
        </p:nvSpPr>
        <p:spPr>
          <a:xfrm>
            <a:off x="1028700" y="485775"/>
            <a:ext cx="9658985" cy="717550"/>
          </a:xfrm>
          <a:prstGeom prst="rect">
            <a:avLst/>
          </a:prstGeom>
        </p:spPr>
        <p:txBody>
          <a:bodyPr lIns="0" tIns="0" rIns="0" bIns="0" rtlCol="0" anchor="t">
            <a:spAutoFit/>
          </a:bodyPr>
          <a:lstStyle/>
          <a:p>
            <a:pPr algn="l">
              <a:lnSpc>
                <a:spcPts val="5600"/>
              </a:lnSpc>
            </a:pPr>
            <a:r>
              <a:rPr lang="en-US" sz="4000" spc="796">
                <a:solidFill>
                  <a:srgbClr val="34455F"/>
                </a:solidFill>
                <a:ea typeface="胡晓波男神体" panose="02010600030101010101" charset="-122"/>
                <a:sym typeface="+mn-ea"/>
              </a:rPr>
              <a:t>My origination</a:t>
            </a:r>
            <a:endParaRPr lang="en-US" sz="4000" spc="796">
              <a:solidFill>
                <a:srgbClr val="34455F"/>
              </a:solidFill>
              <a:ea typeface="胡晓波男神体" panose="02010600030101010101" charset="-122"/>
            </a:endParaRPr>
          </a:p>
        </p:txBody>
      </p:sp>
      <p:pic>
        <p:nvPicPr>
          <p:cNvPr id="32" name="图片 31" descr="校徽 嘉庚体校名带英文"/>
          <p:cNvPicPr>
            <a:picLocks noChangeAspect="1"/>
          </p:cNvPicPr>
          <p:nvPr/>
        </p:nvPicPr>
        <p:blipFill>
          <a:blip r:embed="rId5"/>
          <a:stretch>
            <a:fillRect/>
          </a:stretch>
        </p:blipFill>
        <p:spPr>
          <a:xfrm>
            <a:off x="14859000" y="342900"/>
            <a:ext cx="3336925" cy="9277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randomBar dir="vert"/>
      </p:transition>
    </mc:Choice>
    <mc:Fallback>
      <p:transition spd="slow">
        <p:randomBar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500"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anim calcmode="lin" valueType="num">
                                      <p:cBhvr>
                                        <p:cTn id="8" dur="500" fill="hold"/>
                                        <p:tgtEl>
                                          <p:spTgt spid="22"/>
                                        </p:tgtEl>
                                        <p:attrNameLst>
                                          <p:attrName>ppt_x</p:attrName>
                                        </p:attrNameLst>
                                      </p:cBhvr>
                                      <p:tavLst>
                                        <p:tav tm="0">
                                          <p:val>
                                            <p:strVal val="#ppt_x"/>
                                          </p:val>
                                        </p:tav>
                                        <p:tav tm="100000">
                                          <p:val>
                                            <p:strVal val="#ppt_x"/>
                                          </p:val>
                                        </p:tav>
                                      </p:tavLst>
                                    </p:anim>
                                    <p:anim calcmode="lin" valueType="num">
                                      <p:cBhvr>
                                        <p:cTn id="9" dur="500" fill="hold"/>
                                        <p:tgtEl>
                                          <p:spTgt spid="2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500"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anim calcmode="lin" valueType="num">
                                      <p:cBhvr>
                                        <p:cTn id="13" dur="500" fill="hold"/>
                                        <p:tgtEl>
                                          <p:spTgt spid="21"/>
                                        </p:tgtEl>
                                        <p:attrNameLst>
                                          <p:attrName>ppt_x</p:attrName>
                                        </p:attrNameLst>
                                      </p:cBhvr>
                                      <p:tavLst>
                                        <p:tav tm="0">
                                          <p:val>
                                            <p:strVal val="#ppt_x"/>
                                          </p:val>
                                        </p:tav>
                                        <p:tav tm="100000">
                                          <p:val>
                                            <p:strVal val="#ppt_x"/>
                                          </p:val>
                                        </p:tav>
                                      </p:tavLst>
                                    </p:anim>
                                    <p:anim calcmode="lin" valueType="num">
                                      <p:cBhvr>
                                        <p:cTn id="14" dur="5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27" presetClass="entr" presetSubtype="0" fill="hold" grpId="0" nodeType="withEffect">
                                  <p:stCondLst>
                                    <p:cond delay="0"/>
                                  </p:stCondLst>
                                  <p:iterate type="lt">
                                    <p:tmPct val="50000"/>
                                  </p:iterate>
                                  <p:childTnLst>
                                    <p:set>
                                      <p:cBhvr>
                                        <p:cTn id="20" dur="1" fill="hold">
                                          <p:stCondLst>
                                            <p:cond delay="0"/>
                                          </p:stCondLst>
                                        </p:cTn>
                                        <p:tgtEl>
                                          <p:spTgt spid="23"/>
                                        </p:tgtEl>
                                        <p:attrNameLst>
                                          <p:attrName>style.visibility</p:attrName>
                                        </p:attrNameLst>
                                      </p:cBhvr>
                                      <p:to>
                                        <p:strVal val="visible"/>
                                      </p:to>
                                    </p:set>
                                    <p:anim calcmode="discrete" valueType="clr">
                                      <p:cBhvr override="childStyle">
                                        <p:cTn id="21" dur="80"/>
                                        <p:tgtEl>
                                          <p:spTgt spid="23"/>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23"/>
                                        </p:tgtEl>
                                        <p:attrNameLst>
                                          <p:attrName>fillcolor</p:attrName>
                                        </p:attrNameLst>
                                      </p:cBhvr>
                                      <p:tavLst>
                                        <p:tav tm="0">
                                          <p:val>
                                            <p:clrVal>
                                              <a:schemeClr val="accent2"/>
                                            </p:clrVal>
                                          </p:val>
                                        </p:tav>
                                        <p:tav tm="50000">
                                          <p:val>
                                            <p:clrVal>
                                              <a:schemeClr val="hlink"/>
                                            </p:clrVal>
                                          </p:val>
                                        </p:tav>
                                      </p:tavLst>
                                    </p:anim>
                                    <p:set>
                                      <p:cBhvr>
                                        <p:cTn id="23" dur="80"/>
                                        <p:tgtEl>
                                          <p:spTgt spid="23"/>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barn(inVertical)">
                                      <p:cBhvr>
                                        <p:cTn id="28" dur="500"/>
                                        <p:tgtEl>
                                          <p:spTgt spid="26"/>
                                        </p:tgtEl>
                                      </p:cBhvr>
                                    </p:animEffect>
                                  </p:childTnLst>
                                </p:cTn>
                              </p:par>
                              <p:par>
                                <p:cTn id="29" presetID="27" presetClass="entr" presetSubtype="0" fill="hold" grpId="0" nodeType="withEffect">
                                  <p:stCondLst>
                                    <p:cond delay="0"/>
                                  </p:stCondLst>
                                  <p:iterate type="lt">
                                    <p:tmPct val="50000"/>
                                  </p:iterate>
                                  <p:childTnLst>
                                    <p:set>
                                      <p:cBhvr>
                                        <p:cTn id="30" dur="1" fill="hold">
                                          <p:stCondLst>
                                            <p:cond delay="0"/>
                                          </p:stCondLst>
                                        </p:cTn>
                                        <p:tgtEl>
                                          <p:spTgt spid="25"/>
                                        </p:tgtEl>
                                        <p:attrNameLst>
                                          <p:attrName>style.visibility</p:attrName>
                                        </p:attrNameLst>
                                      </p:cBhvr>
                                      <p:to>
                                        <p:strVal val="visible"/>
                                      </p:to>
                                    </p:set>
                                    <p:anim calcmode="discrete" valueType="clr">
                                      <p:cBhvr override="childStyle">
                                        <p:cTn id="31" dur="80"/>
                                        <p:tgtEl>
                                          <p:spTgt spid="25"/>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25"/>
                                        </p:tgtEl>
                                        <p:attrNameLst>
                                          <p:attrName>fillcolor</p:attrName>
                                        </p:attrNameLst>
                                      </p:cBhvr>
                                      <p:tavLst>
                                        <p:tav tm="0">
                                          <p:val>
                                            <p:clrVal>
                                              <a:schemeClr val="accent2"/>
                                            </p:clrVal>
                                          </p:val>
                                        </p:tav>
                                        <p:tav tm="50000">
                                          <p:val>
                                            <p:clrVal>
                                              <a:schemeClr val="hlink"/>
                                            </p:clrVal>
                                          </p:val>
                                        </p:tav>
                                      </p:tavLst>
                                    </p:anim>
                                    <p:set>
                                      <p:cBhvr>
                                        <p:cTn id="33" dur="80"/>
                                        <p:tgtEl>
                                          <p:spTgt spid="25"/>
                                        </p:tgtEl>
                                        <p:attrNameLst>
                                          <p:attrName>fill.type</p:attrName>
                                        </p:attrNameLst>
                                      </p:cBhvr>
                                      <p:to>
                                        <p:strVal val="solid"/>
                                      </p:to>
                                    </p:se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500" fill="hold">
                                          <p:stCondLst>
                                            <p:cond delay="0"/>
                                          </p:stCondLst>
                                        </p:cTn>
                                        <p:tgtEl>
                                          <p:spTgt spid="28"/>
                                        </p:tgtEl>
                                        <p:attrNameLst>
                                          <p:attrName>style.visibility</p:attrName>
                                        </p:attrNameLst>
                                      </p:cBhvr>
                                      <p:to>
                                        <p:strVal val="visible"/>
                                      </p:to>
                                    </p:set>
                                    <p:animEffect transition="in" filter="box(in)">
                                      <p:cBhvr>
                                        <p:cTn id="38" dur="500"/>
                                        <p:tgtEl>
                                          <p:spTgt spid="28"/>
                                        </p:tgtEl>
                                      </p:cBhvr>
                                    </p:animEffect>
                                  </p:childTnLst>
                                </p:cTn>
                              </p:par>
                              <p:par>
                                <p:cTn id="39" presetID="27" presetClass="entr" presetSubtype="0" fill="hold" grpId="0" nodeType="withEffect">
                                  <p:stCondLst>
                                    <p:cond delay="0"/>
                                  </p:stCondLst>
                                  <p:iterate type="lt">
                                    <p:tmPct val="50000"/>
                                  </p:iterate>
                                  <p:childTnLst>
                                    <p:set>
                                      <p:cBhvr>
                                        <p:cTn id="40" dur="1" fill="hold">
                                          <p:stCondLst>
                                            <p:cond delay="0"/>
                                          </p:stCondLst>
                                        </p:cTn>
                                        <p:tgtEl>
                                          <p:spTgt spid="27"/>
                                        </p:tgtEl>
                                        <p:attrNameLst>
                                          <p:attrName>style.visibility</p:attrName>
                                        </p:attrNameLst>
                                      </p:cBhvr>
                                      <p:to>
                                        <p:strVal val="visible"/>
                                      </p:to>
                                    </p:set>
                                    <p:anim calcmode="discrete" valueType="clr">
                                      <p:cBhvr override="childStyle">
                                        <p:cTn id="41" dur="80"/>
                                        <p:tgtEl>
                                          <p:spTgt spid="27"/>
                                        </p:tgtEl>
                                        <p:attrNameLst>
                                          <p:attrName>style.color</p:attrName>
                                        </p:attrNameLst>
                                      </p:cBhvr>
                                      <p:tavLst>
                                        <p:tav tm="0">
                                          <p:val>
                                            <p:clrVal>
                                              <a:schemeClr val="accent2"/>
                                            </p:clrVal>
                                          </p:val>
                                        </p:tav>
                                        <p:tav tm="50000">
                                          <p:val>
                                            <p:clrVal>
                                              <a:schemeClr val="hlink"/>
                                            </p:clrVal>
                                          </p:val>
                                        </p:tav>
                                      </p:tavLst>
                                    </p:anim>
                                    <p:anim calcmode="discrete" valueType="clr">
                                      <p:cBhvr>
                                        <p:cTn id="42" dur="80"/>
                                        <p:tgtEl>
                                          <p:spTgt spid="27"/>
                                        </p:tgtEl>
                                        <p:attrNameLst>
                                          <p:attrName>fillcolor</p:attrName>
                                        </p:attrNameLst>
                                      </p:cBhvr>
                                      <p:tavLst>
                                        <p:tav tm="0">
                                          <p:val>
                                            <p:clrVal>
                                              <a:schemeClr val="accent2"/>
                                            </p:clrVal>
                                          </p:val>
                                        </p:tav>
                                        <p:tav tm="50000">
                                          <p:val>
                                            <p:clrVal>
                                              <a:schemeClr val="hlink"/>
                                            </p:clrVal>
                                          </p:val>
                                        </p:tav>
                                      </p:tavLst>
                                    </p:anim>
                                    <p:set>
                                      <p:cBhvr>
                                        <p:cTn id="43" dur="80"/>
                                        <p:tgtEl>
                                          <p:spTgt spid="27"/>
                                        </p:tgtEl>
                                        <p:attrNameLst>
                                          <p:attrName>fill.type</p:attrName>
                                        </p:attrNameLst>
                                      </p:cBhvr>
                                      <p:to>
                                        <p:strVal val="solid"/>
                                      </p:to>
                                    </p:set>
                                  </p:childTnLst>
                                </p:cTn>
                              </p:par>
                            </p:childTnLst>
                          </p:cTn>
                        </p:par>
                      </p:childTnLst>
                    </p:cTn>
                  </p:par>
                  <p:par>
                    <p:cTn id="44" fill="hold">
                      <p:stCondLst>
                        <p:cond delay="indefinite"/>
                      </p:stCondLst>
                      <p:childTnLst>
                        <p:par>
                          <p:cTn id="45" fill="hold">
                            <p:stCondLst>
                              <p:cond delay="0"/>
                            </p:stCondLst>
                            <p:childTnLst>
                              <p:par>
                                <p:cTn id="46" presetID="20" presetClass="entr" presetSubtype="0" fill="hold" grpId="0" nodeType="clickEffect">
                                  <p:stCondLst>
                                    <p:cond delay="0"/>
                                  </p:stCondLst>
                                  <p:childTnLst>
                                    <p:set>
                                      <p:cBhvr>
                                        <p:cTn id="47" dur="500" fill="hold">
                                          <p:stCondLst>
                                            <p:cond delay="0"/>
                                          </p:stCondLst>
                                        </p:cTn>
                                        <p:tgtEl>
                                          <p:spTgt spid="30"/>
                                        </p:tgtEl>
                                        <p:attrNameLst>
                                          <p:attrName>style.visibility</p:attrName>
                                        </p:attrNameLst>
                                      </p:cBhvr>
                                      <p:to>
                                        <p:strVal val="visible"/>
                                      </p:to>
                                    </p:set>
                                    <p:animEffect transition="in" filter="wedge">
                                      <p:cBhvr>
                                        <p:cTn id="48" dur="500"/>
                                        <p:tgtEl>
                                          <p:spTgt spid="30"/>
                                        </p:tgtEl>
                                      </p:cBhvr>
                                    </p:animEffect>
                                  </p:childTnLst>
                                </p:cTn>
                              </p:par>
                              <p:par>
                                <p:cTn id="49" presetID="27" presetClass="entr" presetSubtype="0" fill="hold" grpId="0" nodeType="withEffect">
                                  <p:stCondLst>
                                    <p:cond delay="0"/>
                                  </p:stCondLst>
                                  <p:iterate type="lt">
                                    <p:tmPct val="50000"/>
                                  </p:iterate>
                                  <p:childTnLst>
                                    <p:set>
                                      <p:cBhvr>
                                        <p:cTn id="50" dur="1" fill="hold">
                                          <p:stCondLst>
                                            <p:cond delay="0"/>
                                          </p:stCondLst>
                                        </p:cTn>
                                        <p:tgtEl>
                                          <p:spTgt spid="29"/>
                                        </p:tgtEl>
                                        <p:attrNameLst>
                                          <p:attrName>style.visibility</p:attrName>
                                        </p:attrNameLst>
                                      </p:cBhvr>
                                      <p:to>
                                        <p:strVal val="visible"/>
                                      </p:to>
                                    </p:set>
                                    <p:anim calcmode="discrete" valueType="clr">
                                      <p:cBhvr override="childStyle">
                                        <p:cTn id="51" dur="80"/>
                                        <p:tgtEl>
                                          <p:spTgt spid="29"/>
                                        </p:tgtEl>
                                        <p:attrNameLst>
                                          <p:attrName>style.color</p:attrName>
                                        </p:attrNameLst>
                                      </p:cBhvr>
                                      <p:tavLst>
                                        <p:tav tm="0">
                                          <p:val>
                                            <p:clrVal>
                                              <a:schemeClr val="accent2"/>
                                            </p:clrVal>
                                          </p:val>
                                        </p:tav>
                                        <p:tav tm="50000">
                                          <p:val>
                                            <p:clrVal>
                                              <a:schemeClr val="hlink"/>
                                            </p:clrVal>
                                          </p:val>
                                        </p:tav>
                                      </p:tavLst>
                                    </p:anim>
                                    <p:anim calcmode="discrete" valueType="clr">
                                      <p:cBhvr>
                                        <p:cTn id="52" dur="80"/>
                                        <p:tgtEl>
                                          <p:spTgt spid="29"/>
                                        </p:tgtEl>
                                        <p:attrNameLst>
                                          <p:attrName>fillcolor</p:attrName>
                                        </p:attrNameLst>
                                      </p:cBhvr>
                                      <p:tavLst>
                                        <p:tav tm="0">
                                          <p:val>
                                            <p:clrVal>
                                              <a:schemeClr val="accent2"/>
                                            </p:clrVal>
                                          </p:val>
                                        </p:tav>
                                        <p:tav tm="50000">
                                          <p:val>
                                            <p:clrVal>
                                              <a:schemeClr val="hlink"/>
                                            </p:clrVal>
                                          </p:val>
                                        </p:tav>
                                      </p:tavLst>
                                    </p:anim>
                                    <p:set>
                                      <p:cBhvr>
                                        <p:cTn id="53" dur="80"/>
                                        <p:tgtEl>
                                          <p:spTgt spid="29"/>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1" grpId="0"/>
      <p:bldP spid="24" grpId="0"/>
      <p:bldP spid="23" grpId="0"/>
      <p:bldP spid="26" grpId="0"/>
      <p:bldP spid="25" grpId="0"/>
      <p:bldP spid="28" grpId="0"/>
      <p:bldP spid="27" grpId="0"/>
      <p:bldP spid="30" grpId="0"/>
      <p:bldP spid="29"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4ED"/>
        </a:solidFill>
        <a:effectLst/>
      </p:bgPr>
    </p:bg>
    <p:spTree>
      <p:nvGrpSpPr>
        <p:cNvPr id="1" name=""/>
        <p:cNvGrpSpPr/>
        <p:nvPr/>
      </p:nvGrpSpPr>
      <p:grpSpPr>
        <a:xfrm>
          <a:off x="0" y="0"/>
          <a:ext cx="0" cy="0"/>
          <a:chOff x="0" y="0"/>
          <a:chExt cx="0" cy="0"/>
        </a:xfrm>
      </p:grpSpPr>
      <p:pic>
        <p:nvPicPr>
          <p:cNvPr id="12" name="图片 11" descr="3"/>
          <p:cNvPicPr>
            <a:picLocks noChangeAspect="1"/>
          </p:cNvPicPr>
          <p:nvPr/>
        </p:nvPicPr>
        <p:blipFill>
          <a:blip r:embed="rId1"/>
          <a:stretch>
            <a:fillRect/>
          </a:stretch>
        </p:blipFill>
        <p:spPr>
          <a:xfrm>
            <a:off x="0" y="-38100"/>
            <a:ext cx="18388330" cy="10343515"/>
          </a:xfrm>
          <a:prstGeom prst="rect">
            <a:avLst/>
          </a:prstGeom>
        </p:spPr>
      </p:pic>
      <p:sp>
        <p:nvSpPr>
          <p:cNvPr id="2" name="Freeform 2"/>
          <p:cNvSpPr/>
          <p:nvPr/>
        </p:nvSpPr>
        <p:spPr>
          <a:xfrm>
            <a:off x="5997338" y="4990168"/>
            <a:ext cx="11261962" cy="321942"/>
          </a:xfrm>
          <a:custGeom>
            <a:avLst/>
            <a:gdLst/>
            <a:ahLst/>
            <a:cxnLst/>
            <a:rect l="l" t="t" r="r" b="b"/>
            <a:pathLst>
              <a:path w="11261962" h="321942">
                <a:moveTo>
                  <a:pt x="0" y="0"/>
                </a:moveTo>
                <a:lnTo>
                  <a:pt x="11261962" y="0"/>
                </a:lnTo>
                <a:lnTo>
                  <a:pt x="11261962" y="321942"/>
                </a:lnTo>
                <a:lnTo>
                  <a:pt x="0" y="321942"/>
                </a:lnTo>
                <a:lnTo>
                  <a:pt x="0" y="0"/>
                </a:lnTo>
                <a:close/>
              </a:path>
            </a:pathLst>
          </a:custGeom>
          <a:blipFill>
            <a:blip r:embed="rId2"/>
            <a:stretch>
              <a:fillRect r="-4711" b="-2340425"/>
            </a:stretch>
          </a:blipFill>
        </p:spPr>
      </p:sp>
      <p:grpSp>
        <p:nvGrpSpPr>
          <p:cNvPr id="4" name="Group 4"/>
          <p:cNvGrpSpPr/>
          <p:nvPr/>
        </p:nvGrpSpPr>
        <p:grpSpPr>
          <a:xfrm rot="0">
            <a:off x="0" y="0"/>
            <a:ext cx="5671783" cy="10287000"/>
            <a:chOff x="0" y="0"/>
            <a:chExt cx="1493803" cy="2709333"/>
          </a:xfrm>
        </p:grpSpPr>
        <p:sp>
          <p:nvSpPr>
            <p:cNvPr id="5" name="Freeform 5"/>
            <p:cNvSpPr/>
            <p:nvPr/>
          </p:nvSpPr>
          <p:spPr>
            <a:xfrm>
              <a:off x="0" y="0"/>
              <a:ext cx="1493803" cy="2709333"/>
            </a:xfrm>
            <a:custGeom>
              <a:avLst/>
              <a:gdLst/>
              <a:ahLst/>
              <a:cxnLst/>
              <a:rect l="l" t="t" r="r" b="b"/>
              <a:pathLst>
                <a:path w="1493803" h="2709333">
                  <a:moveTo>
                    <a:pt x="0" y="0"/>
                  </a:moveTo>
                  <a:lnTo>
                    <a:pt x="1493803" y="0"/>
                  </a:lnTo>
                  <a:lnTo>
                    <a:pt x="1493803" y="2709333"/>
                  </a:lnTo>
                  <a:lnTo>
                    <a:pt x="0" y="2709333"/>
                  </a:lnTo>
                  <a:close/>
                </a:path>
              </a:pathLst>
            </a:custGeom>
            <a:solidFill>
              <a:srgbClr val="ED9B7F"/>
            </a:solidFill>
          </p:spPr>
        </p:sp>
        <p:sp>
          <p:nvSpPr>
            <p:cNvPr id="6" name="TextBox 6"/>
            <p:cNvSpPr txBox="1"/>
            <p:nvPr/>
          </p:nvSpPr>
          <p:spPr>
            <a:xfrm>
              <a:off x="0" y="-47625"/>
              <a:ext cx="1493803" cy="2756958"/>
            </a:xfrm>
            <a:prstGeom prst="rect">
              <a:avLst/>
            </a:prstGeom>
          </p:spPr>
          <p:txBody>
            <a:bodyPr lIns="50800" tIns="50800" rIns="50800" bIns="50800" rtlCol="0" anchor="ctr"/>
            <a:lstStyle/>
            <a:p>
              <a:pPr algn="ctr">
                <a:lnSpc>
                  <a:spcPts val="3210"/>
                </a:lnSpc>
              </a:pPr>
            </a:p>
          </p:txBody>
        </p:sp>
      </p:grpSp>
      <p:sp>
        <p:nvSpPr>
          <p:cNvPr id="7" name="Freeform 7"/>
          <p:cNvSpPr/>
          <p:nvPr/>
        </p:nvSpPr>
        <p:spPr>
          <a:xfrm>
            <a:off x="-21688" y="-54471"/>
            <a:ext cx="5434965" cy="10341610"/>
          </a:xfrm>
          <a:custGeom>
            <a:avLst/>
            <a:gdLst>
              <a:gd name="connsiteX0" fmla="*/ 0 w 8559"/>
              <a:gd name="connsiteY0" fmla="*/ 0 h 16286"/>
              <a:gd name="connsiteX1" fmla="*/ 8559 w 8559"/>
              <a:gd name="connsiteY1" fmla="*/ 41 h 16286"/>
              <a:gd name="connsiteX2" fmla="*/ 8559 w 8559"/>
              <a:gd name="connsiteY2" fmla="*/ 16286 h 16286"/>
              <a:gd name="connsiteX3" fmla="*/ 25 w 8559"/>
              <a:gd name="connsiteY3" fmla="*/ 16274 h 16286"/>
              <a:gd name="connsiteX4" fmla="*/ 0 w 8559"/>
              <a:gd name="connsiteY4" fmla="*/ 0 h 16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59" h="16286">
                <a:moveTo>
                  <a:pt x="0" y="0"/>
                </a:moveTo>
                <a:lnTo>
                  <a:pt x="8559" y="41"/>
                </a:lnTo>
                <a:lnTo>
                  <a:pt x="8559" y="16286"/>
                </a:lnTo>
                <a:lnTo>
                  <a:pt x="25" y="16274"/>
                </a:lnTo>
                <a:lnTo>
                  <a:pt x="0" y="0"/>
                </a:lnTo>
                <a:close/>
              </a:path>
            </a:pathLst>
          </a:custGeom>
          <a:blipFill>
            <a:blip r:embed="rId3">
              <a:alphaModFix amt="81000"/>
            </a:blip>
            <a:stretch>
              <a:fillRect l="-10355" r="-102377" b="-4405"/>
            </a:stretch>
          </a:blipFill>
        </p:spPr>
      </p:sp>
      <p:sp>
        <p:nvSpPr>
          <p:cNvPr id="10" name="TextBox 7"/>
          <p:cNvSpPr txBox="1"/>
          <p:nvPr/>
        </p:nvSpPr>
        <p:spPr>
          <a:xfrm>
            <a:off x="7115175" y="3014980"/>
            <a:ext cx="11856085" cy="1743075"/>
          </a:xfrm>
          <a:prstGeom prst="rect">
            <a:avLst/>
          </a:prstGeom>
        </p:spPr>
        <p:txBody>
          <a:bodyPr wrap="square" lIns="0" tIns="0" rIns="0" bIns="0" rtlCol="0" anchor="t">
            <a:spAutoFit/>
          </a:bodyPr>
          <a:p>
            <a:pPr algn="l">
              <a:lnSpc>
                <a:spcPts val="13595"/>
              </a:lnSpc>
            </a:pPr>
            <a:r>
              <a:rPr lang="en-US" sz="9710" spc="1932">
                <a:solidFill>
                  <a:srgbClr val="34455F"/>
                </a:solidFill>
                <a:ea typeface="胡晓波男神体" panose="02010600030101010101" charset="-122"/>
              </a:rPr>
              <a:t>My location</a:t>
            </a:r>
            <a:endParaRPr lang="en-US" sz="9710" spc="1932">
              <a:solidFill>
                <a:srgbClr val="34455F"/>
              </a:solidFill>
              <a:ea typeface="胡晓波男神体" panose="02010600030101010101" charset="-122"/>
            </a:endParaRPr>
          </a:p>
        </p:txBody>
      </p:sp>
      <p:sp>
        <p:nvSpPr>
          <p:cNvPr id="11" name="TextBox 8"/>
          <p:cNvSpPr txBox="1"/>
          <p:nvPr/>
        </p:nvSpPr>
        <p:spPr>
          <a:xfrm>
            <a:off x="7966566" y="5588335"/>
            <a:ext cx="8041413" cy="753745"/>
          </a:xfrm>
          <a:prstGeom prst="rect">
            <a:avLst/>
          </a:prstGeom>
        </p:spPr>
        <p:txBody>
          <a:bodyPr lIns="0" tIns="0" rIns="0" bIns="0" rtlCol="0" anchor="t">
            <a:spAutoFit/>
          </a:bodyPr>
          <a:p>
            <a:pPr algn="ctr">
              <a:lnSpc>
                <a:spcPts val="2940"/>
              </a:lnSpc>
            </a:pPr>
            <a:r>
              <a:rPr lang="en-US" sz="2100">
                <a:solidFill>
                  <a:srgbClr val="34455F">
                    <a:alpha val="64706"/>
                  </a:srgbClr>
                </a:solidFill>
                <a:ea typeface="思源黑体 1 Extra-Light" panose="020B0300000000000000" charset="-122"/>
              </a:rPr>
              <a:t>X-rays are commonly used in hospitals, clinics, and laboratories to diagnose bone fractures, infections, and internal conditions.</a:t>
            </a:r>
            <a:endParaRPr lang="en-US" sz="2100">
              <a:solidFill>
                <a:srgbClr val="34455F">
                  <a:alpha val="64706"/>
                </a:srgbClr>
              </a:solidFill>
              <a:ea typeface="思源黑体 1 Extra-Light" panose="020B0300000000000000" charset="-122"/>
            </a:endParaRPr>
          </a:p>
        </p:txBody>
      </p:sp>
      <p:sp>
        <p:nvSpPr>
          <p:cNvPr id="13" name="TextBox 7"/>
          <p:cNvSpPr txBox="1"/>
          <p:nvPr/>
        </p:nvSpPr>
        <p:spPr>
          <a:xfrm>
            <a:off x="5817870" y="2933700"/>
            <a:ext cx="1297305" cy="1743075"/>
          </a:xfrm>
          <a:prstGeom prst="rect">
            <a:avLst/>
          </a:prstGeom>
        </p:spPr>
        <p:txBody>
          <a:bodyPr wrap="square" lIns="0" tIns="0" rIns="0" bIns="0" rtlCol="0" anchor="t">
            <a:spAutoFit/>
          </a:bodyPr>
          <a:p>
            <a:pPr algn="l">
              <a:lnSpc>
                <a:spcPts val="13595"/>
              </a:lnSpc>
            </a:pPr>
            <a:r>
              <a:rPr lang="zh-CN" altLang="en-US" sz="9500" b="1" spc="1932">
                <a:solidFill>
                  <a:srgbClr val="885850"/>
                </a:solidFill>
                <a:latin typeface="黑体" panose="02010609060101010101" charset="-122"/>
                <a:ea typeface="黑体" panose="02010609060101010101" charset="-122"/>
              </a:rPr>
              <a:t>②</a:t>
            </a:r>
            <a:endParaRPr lang="zh-CN" altLang="en-US" sz="9500" b="1" spc="1932">
              <a:solidFill>
                <a:srgbClr val="885850"/>
              </a:solidFill>
              <a:latin typeface="黑体" panose="02010609060101010101" charset="-122"/>
              <a:ea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750">
        <p:newsflash/>
      </p:transition>
    </mc:Choice>
    <mc:Fallback>
      <p:transition spd="med">
        <p:newsfla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500"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anim calcmode="lin" valueType="num">
                                      <p:cBhvr>
                                        <p:cTn id="8" dur="500" fill="hold"/>
                                        <p:tgtEl>
                                          <p:spTgt spid="10"/>
                                        </p:tgtEl>
                                        <p:attrNameLst>
                                          <p:attrName>ppt_x</p:attrName>
                                        </p:attrNameLst>
                                      </p:cBhvr>
                                      <p:tavLst>
                                        <p:tav tm="0">
                                          <p:val>
                                            <p:strVal val="#ppt_x"/>
                                          </p:val>
                                        </p:tav>
                                        <p:tav tm="100000">
                                          <p:val>
                                            <p:strVal val="#ppt_x"/>
                                          </p:val>
                                        </p:tav>
                                      </p:tavLst>
                                    </p:anim>
                                    <p:anim calcmode="lin" valueType="num">
                                      <p:cBhvr>
                                        <p:cTn id="9" dur="500" fill="hold"/>
                                        <p:tgtEl>
                                          <p:spTgt spid="10"/>
                                        </p:tgtEl>
                                        <p:attrNameLst>
                                          <p:attrName>ppt_y</p:attrName>
                                        </p:attrNameLst>
                                      </p:cBhvr>
                                      <p:tavLst>
                                        <p:tav tm="0">
                                          <p:val>
                                            <p:strVal val="#ppt_y+.1"/>
                                          </p:val>
                                        </p:tav>
                                        <p:tav tm="100000">
                                          <p:val>
                                            <p:strVal val="#ppt_y"/>
                                          </p:val>
                                        </p:tav>
                                      </p:tavLst>
                                    </p:anim>
                                  </p:childTnLst>
                                </p:cTn>
                              </p:par>
                              <p:par>
                                <p:cTn id="10" presetID="27" presetClass="entr" presetSubtype="0" fill="hold" grpId="0" nodeType="withEffect">
                                  <p:stCondLst>
                                    <p:cond delay="0"/>
                                  </p:stCondLst>
                                  <p:iterate type="lt">
                                    <p:tmPct val="50000"/>
                                  </p:iterate>
                                  <p:childTnLst>
                                    <p:set>
                                      <p:cBhvr>
                                        <p:cTn id="11" dur="1" fill="hold">
                                          <p:stCondLst>
                                            <p:cond delay="0"/>
                                          </p:stCondLst>
                                        </p:cTn>
                                        <p:tgtEl>
                                          <p:spTgt spid="11"/>
                                        </p:tgtEl>
                                        <p:attrNameLst>
                                          <p:attrName>style.visibility</p:attrName>
                                        </p:attrNameLst>
                                      </p:cBhvr>
                                      <p:to>
                                        <p:strVal val="visible"/>
                                      </p:to>
                                    </p:set>
                                    <p:anim calcmode="discrete" valueType="clr">
                                      <p:cBhvr override="childStyle">
                                        <p:cTn id="12" dur="80"/>
                                        <p:tgtEl>
                                          <p:spTgt spid="11"/>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11"/>
                                        </p:tgtEl>
                                        <p:attrNameLst>
                                          <p:attrName>fillcolor</p:attrName>
                                        </p:attrNameLst>
                                      </p:cBhvr>
                                      <p:tavLst>
                                        <p:tav tm="0">
                                          <p:val>
                                            <p:clrVal>
                                              <a:schemeClr val="accent2"/>
                                            </p:clrVal>
                                          </p:val>
                                        </p:tav>
                                        <p:tav tm="50000">
                                          <p:val>
                                            <p:clrVal>
                                              <a:schemeClr val="hlink"/>
                                            </p:clrVal>
                                          </p:val>
                                        </p:tav>
                                      </p:tavLst>
                                    </p:anim>
                                    <p:set>
                                      <p:cBhvr>
                                        <p:cTn id="14" dur="80"/>
                                        <p:tgtEl>
                                          <p:spTgt spid="11"/>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4ED"/>
        </a:solidFill>
        <a:effectLst/>
      </p:bgPr>
    </p:bg>
    <p:spTree>
      <p:nvGrpSpPr>
        <p:cNvPr id="1" name=""/>
        <p:cNvGrpSpPr/>
        <p:nvPr/>
      </p:nvGrpSpPr>
      <p:grpSpPr>
        <a:xfrm>
          <a:off x="0" y="0"/>
          <a:ext cx="0" cy="0"/>
          <a:chOff x="0" y="0"/>
          <a:chExt cx="0" cy="0"/>
        </a:xfrm>
      </p:grpSpPr>
      <p:pic>
        <p:nvPicPr>
          <p:cNvPr id="53" name="图片 52" descr="4"/>
          <p:cNvPicPr>
            <a:picLocks noChangeAspect="1"/>
          </p:cNvPicPr>
          <p:nvPr/>
        </p:nvPicPr>
        <p:blipFill>
          <a:blip r:embed="rId1"/>
          <a:stretch>
            <a:fillRect/>
          </a:stretch>
        </p:blipFill>
        <p:spPr>
          <a:xfrm>
            <a:off x="0" y="-8890"/>
            <a:ext cx="18418810" cy="10360660"/>
          </a:xfrm>
          <a:prstGeom prst="rect">
            <a:avLst/>
          </a:prstGeom>
        </p:spPr>
      </p:pic>
      <p:sp>
        <p:nvSpPr>
          <p:cNvPr id="4" name="TextBox 4"/>
          <p:cNvSpPr txBox="1"/>
          <p:nvPr/>
        </p:nvSpPr>
        <p:spPr>
          <a:xfrm>
            <a:off x="1028700" y="485775"/>
            <a:ext cx="9658985" cy="717550"/>
          </a:xfrm>
          <a:prstGeom prst="rect">
            <a:avLst/>
          </a:prstGeom>
        </p:spPr>
        <p:txBody>
          <a:bodyPr lIns="0" tIns="0" rIns="0" bIns="0" rtlCol="0" anchor="t">
            <a:spAutoFit/>
          </a:bodyPr>
          <a:lstStyle/>
          <a:p>
            <a:pPr algn="l">
              <a:lnSpc>
                <a:spcPts val="5600"/>
              </a:lnSpc>
            </a:pPr>
            <a:r>
              <a:rPr lang="en-US" sz="4000" spc="796">
                <a:solidFill>
                  <a:srgbClr val="34455F"/>
                </a:solidFill>
                <a:ea typeface="胡晓波男神体" panose="02010600030101010101" charset="-122"/>
              </a:rPr>
              <a:t>My location: Hospital</a:t>
            </a:r>
            <a:endParaRPr lang="en-US" sz="4000" spc="796">
              <a:solidFill>
                <a:srgbClr val="34455F"/>
              </a:solidFill>
              <a:ea typeface="胡晓波男神体" panose="02010600030101010101" charset="-122"/>
            </a:endParaRPr>
          </a:p>
        </p:txBody>
      </p:sp>
      <p:sp>
        <p:nvSpPr>
          <p:cNvPr id="5" name="Freeform 5"/>
          <p:cNvSpPr/>
          <p:nvPr/>
        </p:nvSpPr>
        <p:spPr>
          <a:xfrm>
            <a:off x="879482" y="2811699"/>
            <a:ext cx="7465784" cy="4879598"/>
          </a:xfrm>
          <a:custGeom>
            <a:avLst/>
            <a:gdLst/>
            <a:ahLst/>
            <a:cxnLst/>
            <a:rect l="l" t="t" r="r" b="b"/>
            <a:pathLst>
              <a:path w="7465784" h="4879598">
                <a:moveTo>
                  <a:pt x="0" y="0"/>
                </a:moveTo>
                <a:lnTo>
                  <a:pt x="7465784" y="0"/>
                </a:lnTo>
                <a:lnTo>
                  <a:pt x="7465784" y="4879598"/>
                </a:lnTo>
                <a:lnTo>
                  <a:pt x="0" y="487959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custDataLst>
              <p:tags r:id="rId4"/>
            </p:custDataLst>
          </p:nvPr>
        </p:nvGrpSpPr>
        <p:grpSpPr>
          <a:xfrm rot="0">
            <a:off x="8723449" y="2170622"/>
            <a:ext cx="9310606" cy="1633408"/>
            <a:chOff x="0" y="0"/>
            <a:chExt cx="12414142" cy="2177877"/>
          </a:xfrm>
        </p:grpSpPr>
        <p:sp>
          <p:nvSpPr>
            <p:cNvPr id="7" name="Freeform 7"/>
            <p:cNvSpPr/>
            <p:nvPr>
              <p:custDataLst>
                <p:tags r:id="rId5"/>
              </p:custDataLst>
            </p:nvPr>
          </p:nvSpPr>
          <p:spPr>
            <a:xfrm rot="-10800000">
              <a:off x="2146471" y="1011571"/>
              <a:ext cx="972902" cy="154735"/>
            </a:xfrm>
            <a:custGeom>
              <a:avLst/>
              <a:gdLst/>
              <a:ahLst/>
              <a:cxnLst/>
              <a:rect l="l" t="t" r="r" b="b"/>
              <a:pathLst>
                <a:path w="972902" h="154735">
                  <a:moveTo>
                    <a:pt x="0" y="0"/>
                  </a:moveTo>
                  <a:lnTo>
                    <a:pt x="972902" y="0"/>
                  </a:lnTo>
                  <a:lnTo>
                    <a:pt x="972902" y="154735"/>
                  </a:lnTo>
                  <a:lnTo>
                    <a:pt x="0" y="154735"/>
                  </a:lnTo>
                  <a:lnTo>
                    <a:pt x="0" y="0"/>
                  </a:lnTo>
                  <a:close/>
                </a:path>
              </a:pathLst>
            </a:custGeom>
            <a:blipFill>
              <a:blip r:embed="rId6">
                <a:extLst>
                  <a:ext uri="{96DAC541-7B7A-43D3-8B79-37D633B846F1}">
                    <asvg:svgBlip xmlns:asvg="http://schemas.microsoft.com/office/drawing/2016/SVG/main" r:embed="rId7"/>
                  </a:ext>
                </a:extLst>
              </a:blip>
              <a:stretch>
                <a:fillRect b="-528754"/>
              </a:stretch>
            </a:blipFill>
          </p:spPr>
        </p:sp>
        <p:grpSp>
          <p:nvGrpSpPr>
            <p:cNvPr id="8" name="Group 8"/>
            <p:cNvGrpSpPr/>
            <p:nvPr/>
          </p:nvGrpSpPr>
          <p:grpSpPr>
            <a:xfrm rot="5400000">
              <a:off x="3055940" y="1011021"/>
              <a:ext cx="282703" cy="155836"/>
              <a:chOff x="0" y="0"/>
              <a:chExt cx="190482" cy="105000"/>
            </a:xfrm>
          </p:grpSpPr>
          <p:sp>
            <p:nvSpPr>
              <p:cNvPr id="9" name="Freeform 9"/>
              <p:cNvSpPr/>
              <p:nvPr>
                <p:custDataLst>
                  <p:tags r:id="rId8"/>
                </p:custDataLst>
              </p:nvPr>
            </p:nvSpPr>
            <p:spPr>
              <a:xfrm>
                <a:off x="0" y="0"/>
                <a:ext cx="190482" cy="105000"/>
              </a:xfrm>
              <a:custGeom>
                <a:avLst/>
                <a:gdLst/>
                <a:ahLst/>
                <a:cxnLst/>
                <a:rect l="l" t="t" r="r" b="b"/>
                <a:pathLst>
                  <a:path w="190482" h="105000">
                    <a:moveTo>
                      <a:pt x="95241" y="0"/>
                    </a:moveTo>
                    <a:lnTo>
                      <a:pt x="190482" y="105000"/>
                    </a:lnTo>
                    <a:lnTo>
                      <a:pt x="0" y="105000"/>
                    </a:lnTo>
                    <a:lnTo>
                      <a:pt x="95241" y="0"/>
                    </a:lnTo>
                    <a:close/>
                  </a:path>
                </a:pathLst>
              </a:custGeom>
              <a:solidFill>
                <a:srgbClr val="E7B8AB"/>
              </a:solidFill>
            </p:spPr>
          </p:sp>
          <p:sp>
            <p:nvSpPr>
              <p:cNvPr id="10" name="TextBox 10"/>
              <p:cNvSpPr txBox="1"/>
              <p:nvPr/>
            </p:nvSpPr>
            <p:spPr>
              <a:xfrm>
                <a:off x="29763" y="1125"/>
                <a:ext cx="130956" cy="96375"/>
              </a:xfrm>
              <a:prstGeom prst="rect">
                <a:avLst/>
              </a:prstGeom>
            </p:spPr>
            <p:txBody>
              <a:bodyPr lIns="50800" tIns="50800" rIns="50800" bIns="50800" rtlCol="0" anchor="ctr"/>
              <a:lstStyle/>
              <a:p>
                <a:pPr algn="ctr">
                  <a:lnSpc>
                    <a:spcPts val="2660"/>
                  </a:lnSpc>
                  <a:spcBef>
                    <a:spcPct val="0"/>
                  </a:spcBef>
                </a:pPr>
              </a:p>
            </p:txBody>
          </p:sp>
        </p:grpSp>
        <p:sp>
          <p:nvSpPr>
            <p:cNvPr id="11" name="Freeform 11"/>
            <p:cNvSpPr/>
            <p:nvPr/>
          </p:nvSpPr>
          <p:spPr>
            <a:xfrm>
              <a:off x="0" y="79734"/>
              <a:ext cx="2018409" cy="2018409"/>
            </a:xfrm>
            <a:custGeom>
              <a:avLst/>
              <a:gdLst/>
              <a:ahLst/>
              <a:cxnLst/>
              <a:rect l="l" t="t" r="r" b="b"/>
              <a:pathLst>
                <a:path w="2018409" h="2018409">
                  <a:moveTo>
                    <a:pt x="0" y="0"/>
                  </a:moveTo>
                  <a:lnTo>
                    <a:pt x="2018409" y="0"/>
                  </a:lnTo>
                  <a:lnTo>
                    <a:pt x="2018409" y="2018409"/>
                  </a:lnTo>
                  <a:lnTo>
                    <a:pt x="0" y="201840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12" name="Freeform 12"/>
            <p:cNvSpPr/>
            <p:nvPr/>
          </p:nvSpPr>
          <p:spPr>
            <a:xfrm rot="-5400000">
              <a:off x="194748" y="274482"/>
              <a:ext cx="1628913" cy="1628913"/>
            </a:xfrm>
            <a:custGeom>
              <a:avLst/>
              <a:gdLst/>
              <a:ahLst/>
              <a:cxnLst/>
              <a:rect l="l" t="t" r="r" b="b"/>
              <a:pathLst>
                <a:path w="1628913" h="1628913">
                  <a:moveTo>
                    <a:pt x="0" y="0"/>
                  </a:moveTo>
                  <a:lnTo>
                    <a:pt x="1628913" y="0"/>
                  </a:lnTo>
                  <a:lnTo>
                    <a:pt x="1628913" y="1628913"/>
                  </a:lnTo>
                  <a:lnTo>
                    <a:pt x="0" y="162891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3" name="Freeform 13"/>
            <p:cNvSpPr/>
            <p:nvPr>
              <p:custDataLst>
                <p:tags r:id="rId13"/>
              </p:custDataLst>
            </p:nvPr>
          </p:nvSpPr>
          <p:spPr>
            <a:xfrm>
              <a:off x="3592709" y="0"/>
              <a:ext cx="1520224" cy="2177877"/>
            </a:xfrm>
            <a:custGeom>
              <a:avLst/>
              <a:gdLst/>
              <a:ahLst/>
              <a:cxnLst/>
              <a:rect l="l" t="t" r="r" b="b"/>
              <a:pathLst>
                <a:path w="1520224" h="2177877">
                  <a:moveTo>
                    <a:pt x="0" y="0"/>
                  </a:moveTo>
                  <a:lnTo>
                    <a:pt x="1520224" y="0"/>
                  </a:lnTo>
                  <a:lnTo>
                    <a:pt x="1520224" y="2177877"/>
                  </a:lnTo>
                  <a:lnTo>
                    <a:pt x="0" y="2177877"/>
                  </a:lnTo>
                  <a:lnTo>
                    <a:pt x="0" y="0"/>
                  </a:lnTo>
                  <a:close/>
                </a:path>
              </a:pathLst>
            </a:custGeom>
            <a:blipFill>
              <a:blip r:embed="rId14">
                <a:extLst>
                  <a:ext uri="{96DAC541-7B7A-43D3-8B79-37D633B846F1}">
                    <asvg:svgBlip xmlns:asvg="http://schemas.microsoft.com/office/drawing/2016/SVG/main" r:embed="rId15"/>
                  </a:ext>
                </a:extLst>
              </a:blip>
              <a:stretch>
                <a:fillRect l="-158816"/>
              </a:stretch>
            </a:blipFill>
          </p:spPr>
        </p:sp>
        <p:sp>
          <p:nvSpPr>
            <p:cNvPr id="14" name="Freeform 14"/>
            <p:cNvSpPr/>
            <p:nvPr>
              <p:custDataLst>
                <p:tags r:id="rId16"/>
              </p:custDataLst>
            </p:nvPr>
          </p:nvSpPr>
          <p:spPr>
            <a:xfrm rot="-10800000">
              <a:off x="5112933" y="50482"/>
              <a:ext cx="7301209" cy="2076914"/>
            </a:xfrm>
            <a:custGeom>
              <a:avLst/>
              <a:gdLst/>
              <a:ahLst/>
              <a:cxnLst/>
              <a:rect l="l" t="t" r="r" b="b"/>
              <a:pathLst>
                <a:path w="7301209" h="2076914">
                  <a:moveTo>
                    <a:pt x="0" y="0"/>
                  </a:moveTo>
                  <a:lnTo>
                    <a:pt x="7301209" y="0"/>
                  </a:lnTo>
                  <a:lnTo>
                    <a:pt x="7301209" y="2076913"/>
                  </a:lnTo>
                  <a:lnTo>
                    <a:pt x="0" y="2076913"/>
                  </a:lnTo>
                  <a:lnTo>
                    <a:pt x="0" y="0"/>
                  </a:lnTo>
                  <a:close/>
                </a:path>
              </a:pathLst>
            </a:custGeom>
            <a:blipFill>
              <a:blip r:embed="rId17">
                <a:extLst>
                  <a:ext uri="{96DAC541-7B7A-43D3-8B79-37D633B846F1}">
                    <asvg:svgBlip xmlns:asvg="http://schemas.microsoft.com/office/drawing/2016/SVG/main" r:embed="rId18"/>
                  </a:ext>
                </a:extLst>
              </a:blip>
              <a:stretch>
                <a:fillRect t="-457755"/>
              </a:stretch>
            </a:blipFill>
          </p:spPr>
        </p:sp>
        <p:grpSp>
          <p:nvGrpSpPr>
            <p:cNvPr id="15" name="Group 15"/>
            <p:cNvGrpSpPr/>
            <p:nvPr/>
          </p:nvGrpSpPr>
          <p:grpSpPr>
            <a:xfrm rot="0">
              <a:off x="5239933" y="274482"/>
              <a:ext cx="6270508" cy="1628913"/>
              <a:chOff x="0" y="0"/>
              <a:chExt cx="17829407" cy="4631610"/>
            </a:xfrm>
          </p:grpSpPr>
          <p:sp>
            <p:nvSpPr>
              <p:cNvPr id="16" name="Freeform 16"/>
              <p:cNvSpPr/>
              <p:nvPr>
                <p:custDataLst>
                  <p:tags r:id="rId19"/>
                </p:custDataLst>
              </p:nvPr>
            </p:nvSpPr>
            <p:spPr>
              <a:xfrm>
                <a:off x="0" y="0"/>
                <a:ext cx="17829406" cy="4631611"/>
              </a:xfrm>
              <a:custGeom>
                <a:avLst/>
                <a:gdLst/>
                <a:ahLst/>
                <a:cxnLst/>
                <a:rect l="l" t="t" r="r" b="b"/>
                <a:pathLst>
                  <a:path w="17829406" h="4631611">
                    <a:moveTo>
                      <a:pt x="17704947" y="59690"/>
                    </a:moveTo>
                    <a:cubicBezTo>
                      <a:pt x="17740506" y="59690"/>
                      <a:pt x="17769717" y="88900"/>
                      <a:pt x="17769717" y="124460"/>
                    </a:cubicBezTo>
                    <a:lnTo>
                      <a:pt x="17769717" y="4507150"/>
                    </a:lnTo>
                    <a:cubicBezTo>
                      <a:pt x="17769717" y="4542711"/>
                      <a:pt x="17740506" y="4571921"/>
                      <a:pt x="17704947" y="4571921"/>
                    </a:cubicBezTo>
                    <a:lnTo>
                      <a:pt x="124460" y="4571921"/>
                    </a:lnTo>
                    <a:cubicBezTo>
                      <a:pt x="88900" y="4571921"/>
                      <a:pt x="59690" y="4542711"/>
                      <a:pt x="59690" y="4507150"/>
                    </a:cubicBezTo>
                    <a:lnTo>
                      <a:pt x="59690" y="124460"/>
                    </a:lnTo>
                    <a:cubicBezTo>
                      <a:pt x="59690" y="88900"/>
                      <a:pt x="88900" y="59690"/>
                      <a:pt x="124460" y="59690"/>
                    </a:cubicBezTo>
                    <a:lnTo>
                      <a:pt x="17704947" y="59690"/>
                    </a:lnTo>
                    <a:moveTo>
                      <a:pt x="17704947" y="0"/>
                    </a:moveTo>
                    <a:lnTo>
                      <a:pt x="124460" y="0"/>
                    </a:lnTo>
                    <a:cubicBezTo>
                      <a:pt x="55880" y="0"/>
                      <a:pt x="0" y="55880"/>
                      <a:pt x="0" y="124460"/>
                    </a:cubicBezTo>
                    <a:lnTo>
                      <a:pt x="0" y="4507150"/>
                    </a:lnTo>
                    <a:cubicBezTo>
                      <a:pt x="0" y="4575730"/>
                      <a:pt x="55880" y="4631611"/>
                      <a:pt x="124460" y="4631611"/>
                    </a:cubicBezTo>
                    <a:lnTo>
                      <a:pt x="17704947" y="4631611"/>
                    </a:lnTo>
                    <a:cubicBezTo>
                      <a:pt x="17773528" y="4631611"/>
                      <a:pt x="17829406" y="4575730"/>
                      <a:pt x="17829406" y="4507150"/>
                    </a:cubicBezTo>
                    <a:lnTo>
                      <a:pt x="17829406" y="124460"/>
                    </a:lnTo>
                    <a:cubicBezTo>
                      <a:pt x="17829406" y="55880"/>
                      <a:pt x="17773528" y="0"/>
                      <a:pt x="17704947" y="0"/>
                    </a:cubicBezTo>
                    <a:close/>
                  </a:path>
                </a:pathLst>
              </a:custGeom>
              <a:solidFill>
                <a:srgbClr val="D68F92"/>
              </a:solidFill>
            </p:spPr>
          </p:sp>
        </p:grpSp>
      </p:grpSp>
      <p:sp>
        <p:nvSpPr>
          <p:cNvPr id="17" name="Freeform 17"/>
          <p:cNvSpPr/>
          <p:nvPr>
            <p:custDataLst>
              <p:tags r:id="rId20"/>
            </p:custDataLst>
          </p:nvPr>
        </p:nvSpPr>
        <p:spPr>
          <a:xfrm>
            <a:off x="11698260" y="2842381"/>
            <a:ext cx="322434" cy="322434"/>
          </a:xfrm>
          <a:custGeom>
            <a:avLst/>
            <a:gdLst/>
            <a:ahLst/>
            <a:cxnLst/>
            <a:rect l="l" t="t" r="r" b="b"/>
            <a:pathLst>
              <a:path w="322434" h="322434">
                <a:moveTo>
                  <a:pt x="0" y="0"/>
                </a:moveTo>
                <a:lnTo>
                  <a:pt x="322434" y="0"/>
                </a:lnTo>
                <a:lnTo>
                  <a:pt x="322434" y="322434"/>
                </a:lnTo>
                <a:lnTo>
                  <a:pt x="0" y="322434"/>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8" name="TextBox 18"/>
          <p:cNvSpPr txBox="1"/>
          <p:nvPr/>
        </p:nvSpPr>
        <p:spPr>
          <a:xfrm>
            <a:off x="8869510" y="2680891"/>
            <a:ext cx="1221685" cy="641985"/>
          </a:xfrm>
          <a:prstGeom prst="rect">
            <a:avLst/>
          </a:prstGeom>
        </p:spPr>
        <p:txBody>
          <a:bodyPr lIns="0" tIns="0" rIns="0" bIns="0" rtlCol="0" anchor="t">
            <a:spAutoFit/>
          </a:bodyPr>
          <a:lstStyle/>
          <a:p>
            <a:pPr algn="ctr">
              <a:lnSpc>
                <a:spcPts val="2505"/>
              </a:lnSpc>
            </a:pPr>
            <a:r>
              <a:rPr lang="en-US" sz="2200" spc="219">
                <a:solidFill>
                  <a:srgbClr val="FFFFFF"/>
                </a:solidFill>
                <a:ea typeface="思源黑体 2 Bold" panose="020B0800000000000000" charset="-122"/>
              </a:rPr>
              <a:t>check</a:t>
            </a:r>
            <a:endParaRPr lang="en-US" sz="2200" spc="219">
              <a:solidFill>
                <a:srgbClr val="FFFFFF"/>
              </a:solidFill>
              <a:ea typeface="思源黑体 2 Bold" panose="020B0800000000000000" charset="-122"/>
            </a:endParaRPr>
          </a:p>
          <a:p>
            <a:pPr algn="ctr">
              <a:lnSpc>
                <a:spcPts val="2505"/>
              </a:lnSpc>
            </a:pPr>
            <a:r>
              <a:rPr lang="en-US" sz="2200" spc="219">
                <a:solidFill>
                  <a:srgbClr val="FFFFFF"/>
                </a:solidFill>
                <a:ea typeface="思源黑体 2 Bold" panose="020B0800000000000000" charset="-122"/>
              </a:rPr>
              <a:t>organ</a:t>
            </a:r>
            <a:endParaRPr lang="en-US" sz="2200" spc="219">
              <a:solidFill>
                <a:srgbClr val="FFFFFF"/>
              </a:solidFill>
              <a:ea typeface="思源黑体 2 Bold" panose="020B0800000000000000" charset="-122"/>
            </a:endParaRPr>
          </a:p>
        </p:txBody>
      </p:sp>
      <p:sp>
        <p:nvSpPr>
          <p:cNvPr id="19" name="TextBox 19"/>
          <p:cNvSpPr txBox="1"/>
          <p:nvPr>
            <p:custDataLst>
              <p:tags r:id="rId23"/>
            </p:custDataLst>
          </p:nvPr>
        </p:nvSpPr>
        <p:spPr>
          <a:xfrm>
            <a:off x="12818109" y="2419636"/>
            <a:ext cx="4424927" cy="1107440"/>
          </a:xfrm>
          <a:prstGeom prst="rect">
            <a:avLst/>
          </a:prstGeom>
        </p:spPr>
        <p:txBody>
          <a:bodyPr lIns="0" tIns="0" rIns="0" bIns="0" rtlCol="0" anchor="t">
            <a:spAutoFit/>
          </a:bodyPr>
          <a:lstStyle/>
          <a:p>
            <a:pPr algn="l">
              <a:lnSpc>
                <a:spcPts val="2880"/>
              </a:lnSpc>
            </a:pPr>
            <a:r>
              <a:rPr lang="en-US" sz="1600" spc="63">
                <a:solidFill>
                  <a:srgbClr val="545454"/>
                </a:solidFill>
                <a:ea typeface="思源黑体 2" panose="020B0500000000000000" charset="-122"/>
              </a:rPr>
              <a:t>When someone break his bone during a football game,I'll be used to examine how serious the wound is to help doctors</a:t>
            </a:r>
            <a:endParaRPr lang="en-US" sz="1600" spc="63">
              <a:solidFill>
                <a:srgbClr val="545454"/>
              </a:solidFill>
              <a:ea typeface="思源黑体 2" panose="020B0500000000000000" charset="-122"/>
            </a:endParaRPr>
          </a:p>
        </p:txBody>
      </p:sp>
      <p:sp>
        <p:nvSpPr>
          <p:cNvPr id="20" name="TextBox 20"/>
          <p:cNvSpPr txBox="1"/>
          <p:nvPr/>
        </p:nvSpPr>
        <p:spPr>
          <a:xfrm>
            <a:off x="4222698" y="3906744"/>
            <a:ext cx="779351" cy="415290"/>
          </a:xfrm>
          <a:prstGeom prst="rect">
            <a:avLst/>
          </a:prstGeom>
        </p:spPr>
        <p:txBody>
          <a:bodyPr lIns="0" tIns="0" rIns="0" bIns="0" rtlCol="0" anchor="t">
            <a:spAutoFit/>
          </a:bodyPr>
          <a:lstStyle/>
          <a:p>
            <a:pPr algn="ctr">
              <a:lnSpc>
                <a:spcPts val="3360"/>
              </a:lnSpc>
            </a:pPr>
            <a:r>
              <a:rPr lang="en-US" sz="2400" spc="144">
                <a:solidFill>
                  <a:srgbClr val="000000"/>
                </a:solidFill>
                <a:latin typeface="Public Sans Bold Italics"/>
              </a:rPr>
              <a:t>01</a:t>
            </a:r>
            <a:endParaRPr lang="en-US" sz="2400" spc="144">
              <a:solidFill>
                <a:srgbClr val="000000"/>
              </a:solidFill>
              <a:latin typeface="Public Sans Bold Italics"/>
            </a:endParaRPr>
          </a:p>
        </p:txBody>
      </p:sp>
      <p:sp>
        <p:nvSpPr>
          <p:cNvPr id="21" name="TextBox 21"/>
          <p:cNvSpPr txBox="1"/>
          <p:nvPr/>
        </p:nvSpPr>
        <p:spPr>
          <a:xfrm>
            <a:off x="4222698" y="5099974"/>
            <a:ext cx="779351" cy="415290"/>
          </a:xfrm>
          <a:prstGeom prst="rect">
            <a:avLst/>
          </a:prstGeom>
        </p:spPr>
        <p:txBody>
          <a:bodyPr lIns="0" tIns="0" rIns="0" bIns="0" rtlCol="0" anchor="t">
            <a:spAutoFit/>
          </a:bodyPr>
          <a:lstStyle/>
          <a:p>
            <a:pPr algn="ctr">
              <a:lnSpc>
                <a:spcPts val="3360"/>
              </a:lnSpc>
            </a:pPr>
            <a:r>
              <a:rPr lang="en-US" sz="2400" spc="144">
                <a:solidFill>
                  <a:srgbClr val="000000"/>
                </a:solidFill>
                <a:latin typeface="Public Sans Bold Italics"/>
              </a:rPr>
              <a:t>02</a:t>
            </a:r>
            <a:endParaRPr lang="en-US" sz="2400" spc="144">
              <a:solidFill>
                <a:srgbClr val="000000"/>
              </a:solidFill>
              <a:latin typeface="Public Sans Bold Italics"/>
            </a:endParaRPr>
          </a:p>
        </p:txBody>
      </p:sp>
      <p:sp>
        <p:nvSpPr>
          <p:cNvPr id="22" name="TextBox 22"/>
          <p:cNvSpPr txBox="1"/>
          <p:nvPr/>
        </p:nvSpPr>
        <p:spPr>
          <a:xfrm>
            <a:off x="4222698" y="6554278"/>
            <a:ext cx="779351" cy="415290"/>
          </a:xfrm>
          <a:prstGeom prst="rect">
            <a:avLst/>
          </a:prstGeom>
        </p:spPr>
        <p:txBody>
          <a:bodyPr lIns="0" tIns="0" rIns="0" bIns="0" rtlCol="0" anchor="t">
            <a:spAutoFit/>
          </a:bodyPr>
          <a:lstStyle/>
          <a:p>
            <a:pPr algn="ctr">
              <a:lnSpc>
                <a:spcPts val="3360"/>
              </a:lnSpc>
            </a:pPr>
            <a:r>
              <a:rPr lang="en-US" sz="2400" spc="144">
                <a:solidFill>
                  <a:srgbClr val="000000"/>
                </a:solidFill>
                <a:latin typeface="Public Sans Bold Italics"/>
              </a:rPr>
              <a:t>03</a:t>
            </a:r>
            <a:endParaRPr lang="en-US" sz="2400" spc="144">
              <a:solidFill>
                <a:srgbClr val="000000"/>
              </a:solidFill>
              <a:latin typeface="Public Sans Bold Italics"/>
            </a:endParaRPr>
          </a:p>
        </p:txBody>
      </p:sp>
      <p:grpSp>
        <p:nvGrpSpPr>
          <p:cNvPr id="23" name="Group 23"/>
          <p:cNvGrpSpPr/>
          <p:nvPr>
            <p:custDataLst>
              <p:tags r:id="rId24"/>
            </p:custDataLst>
          </p:nvPr>
        </p:nvGrpSpPr>
        <p:grpSpPr>
          <a:xfrm rot="0">
            <a:off x="8783785" y="4123914"/>
            <a:ext cx="9310606" cy="1633408"/>
            <a:chOff x="0" y="0"/>
            <a:chExt cx="12414142" cy="2177877"/>
          </a:xfrm>
        </p:grpSpPr>
        <p:sp>
          <p:nvSpPr>
            <p:cNvPr id="24" name="Freeform 24"/>
            <p:cNvSpPr/>
            <p:nvPr>
              <p:custDataLst>
                <p:tags r:id="rId25"/>
              </p:custDataLst>
            </p:nvPr>
          </p:nvSpPr>
          <p:spPr>
            <a:xfrm rot="-10800000">
              <a:off x="2146471" y="1011571"/>
              <a:ext cx="972902" cy="154735"/>
            </a:xfrm>
            <a:custGeom>
              <a:avLst/>
              <a:gdLst/>
              <a:ahLst/>
              <a:cxnLst/>
              <a:rect l="l" t="t" r="r" b="b"/>
              <a:pathLst>
                <a:path w="972902" h="154735">
                  <a:moveTo>
                    <a:pt x="0" y="0"/>
                  </a:moveTo>
                  <a:lnTo>
                    <a:pt x="972902" y="0"/>
                  </a:lnTo>
                  <a:lnTo>
                    <a:pt x="972902" y="154735"/>
                  </a:lnTo>
                  <a:lnTo>
                    <a:pt x="0" y="154735"/>
                  </a:lnTo>
                  <a:lnTo>
                    <a:pt x="0" y="0"/>
                  </a:lnTo>
                  <a:close/>
                </a:path>
              </a:pathLst>
            </a:custGeom>
            <a:blipFill>
              <a:blip r:embed="rId6">
                <a:extLst>
                  <a:ext uri="{96DAC541-7B7A-43D3-8B79-37D633B846F1}">
                    <asvg:svgBlip xmlns:asvg="http://schemas.microsoft.com/office/drawing/2016/SVG/main" r:embed="rId7"/>
                  </a:ext>
                </a:extLst>
              </a:blip>
              <a:stretch>
                <a:fillRect b="-528754"/>
              </a:stretch>
            </a:blipFill>
          </p:spPr>
        </p:sp>
        <p:grpSp>
          <p:nvGrpSpPr>
            <p:cNvPr id="25" name="Group 25"/>
            <p:cNvGrpSpPr/>
            <p:nvPr/>
          </p:nvGrpSpPr>
          <p:grpSpPr>
            <a:xfrm rot="5400000">
              <a:off x="3055940" y="1011021"/>
              <a:ext cx="282703" cy="155836"/>
              <a:chOff x="0" y="0"/>
              <a:chExt cx="190482" cy="105000"/>
            </a:xfrm>
          </p:grpSpPr>
          <p:sp>
            <p:nvSpPr>
              <p:cNvPr id="26" name="Freeform 26"/>
              <p:cNvSpPr/>
              <p:nvPr>
                <p:custDataLst>
                  <p:tags r:id="rId26"/>
                </p:custDataLst>
              </p:nvPr>
            </p:nvSpPr>
            <p:spPr>
              <a:xfrm>
                <a:off x="0" y="0"/>
                <a:ext cx="190482" cy="105000"/>
              </a:xfrm>
              <a:custGeom>
                <a:avLst/>
                <a:gdLst/>
                <a:ahLst/>
                <a:cxnLst/>
                <a:rect l="l" t="t" r="r" b="b"/>
                <a:pathLst>
                  <a:path w="190482" h="105000">
                    <a:moveTo>
                      <a:pt x="95241" y="0"/>
                    </a:moveTo>
                    <a:lnTo>
                      <a:pt x="190482" y="105000"/>
                    </a:lnTo>
                    <a:lnTo>
                      <a:pt x="0" y="105000"/>
                    </a:lnTo>
                    <a:lnTo>
                      <a:pt x="95241" y="0"/>
                    </a:lnTo>
                    <a:close/>
                  </a:path>
                </a:pathLst>
              </a:custGeom>
              <a:solidFill>
                <a:srgbClr val="E7B8AB"/>
              </a:solidFill>
            </p:spPr>
          </p:sp>
          <p:sp>
            <p:nvSpPr>
              <p:cNvPr id="27" name="TextBox 27"/>
              <p:cNvSpPr txBox="1"/>
              <p:nvPr/>
            </p:nvSpPr>
            <p:spPr>
              <a:xfrm>
                <a:off x="29763" y="1125"/>
                <a:ext cx="130956" cy="96375"/>
              </a:xfrm>
              <a:prstGeom prst="rect">
                <a:avLst/>
              </a:prstGeom>
            </p:spPr>
            <p:txBody>
              <a:bodyPr lIns="50800" tIns="50800" rIns="50800" bIns="50800" rtlCol="0" anchor="ctr"/>
              <a:lstStyle/>
              <a:p>
                <a:pPr algn="ctr">
                  <a:lnSpc>
                    <a:spcPts val="2660"/>
                  </a:lnSpc>
                  <a:spcBef>
                    <a:spcPct val="0"/>
                  </a:spcBef>
                </a:pPr>
              </a:p>
            </p:txBody>
          </p:sp>
        </p:grpSp>
        <p:sp>
          <p:nvSpPr>
            <p:cNvPr id="28" name="Freeform 28"/>
            <p:cNvSpPr/>
            <p:nvPr/>
          </p:nvSpPr>
          <p:spPr>
            <a:xfrm>
              <a:off x="0" y="79734"/>
              <a:ext cx="2018409" cy="2018409"/>
            </a:xfrm>
            <a:custGeom>
              <a:avLst/>
              <a:gdLst/>
              <a:ahLst/>
              <a:cxnLst/>
              <a:rect l="l" t="t" r="r" b="b"/>
              <a:pathLst>
                <a:path w="2018409" h="2018409">
                  <a:moveTo>
                    <a:pt x="0" y="0"/>
                  </a:moveTo>
                  <a:lnTo>
                    <a:pt x="2018409" y="0"/>
                  </a:lnTo>
                  <a:lnTo>
                    <a:pt x="2018409" y="2018409"/>
                  </a:lnTo>
                  <a:lnTo>
                    <a:pt x="0" y="201840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9" name="Freeform 29"/>
            <p:cNvSpPr/>
            <p:nvPr/>
          </p:nvSpPr>
          <p:spPr>
            <a:xfrm rot="-5400000">
              <a:off x="194748" y="274482"/>
              <a:ext cx="1628913" cy="1628913"/>
            </a:xfrm>
            <a:custGeom>
              <a:avLst/>
              <a:gdLst/>
              <a:ahLst/>
              <a:cxnLst/>
              <a:rect l="l" t="t" r="r" b="b"/>
              <a:pathLst>
                <a:path w="1628913" h="1628913">
                  <a:moveTo>
                    <a:pt x="0" y="0"/>
                  </a:moveTo>
                  <a:lnTo>
                    <a:pt x="1628913" y="0"/>
                  </a:lnTo>
                  <a:lnTo>
                    <a:pt x="1628913" y="1628913"/>
                  </a:lnTo>
                  <a:lnTo>
                    <a:pt x="0" y="162891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30" name="Freeform 30"/>
            <p:cNvSpPr/>
            <p:nvPr>
              <p:custDataLst>
                <p:tags r:id="rId27"/>
              </p:custDataLst>
            </p:nvPr>
          </p:nvSpPr>
          <p:spPr>
            <a:xfrm>
              <a:off x="3592709" y="0"/>
              <a:ext cx="1520224" cy="2177877"/>
            </a:xfrm>
            <a:custGeom>
              <a:avLst/>
              <a:gdLst/>
              <a:ahLst/>
              <a:cxnLst/>
              <a:rect l="l" t="t" r="r" b="b"/>
              <a:pathLst>
                <a:path w="1520224" h="2177877">
                  <a:moveTo>
                    <a:pt x="0" y="0"/>
                  </a:moveTo>
                  <a:lnTo>
                    <a:pt x="1520224" y="0"/>
                  </a:lnTo>
                  <a:lnTo>
                    <a:pt x="1520224" y="2177877"/>
                  </a:lnTo>
                  <a:lnTo>
                    <a:pt x="0" y="2177877"/>
                  </a:lnTo>
                  <a:lnTo>
                    <a:pt x="0" y="0"/>
                  </a:lnTo>
                  <a:close/>
                </a:path>
              </a:pathLst>
            </a:custGeom>
            <a:blipFill>
              <a:blip r:embed="rId14">
                <a:extLst>
                  <a:ext uri="{96DAC541-7B7A-43D3-8B79-37D633B846F1}">
                    <asvg:svgBlip xmlns:asvg="http://schemas.microsoft.com/office/drawing/2016/SVG/main" r:embed="rId15"/>
                  </a:ext>
                </a:extLst>
              </a:blip>
              <a:stretch>
                <a:fillRect l="-158816"/>
              </a:stretch>
            </a:blipFill>
          </p:spPr>
        </p:sp>
        <p:sp>
          <p:nvSpPr>
            <p:cNvPr id="31" name="Freeform 31"/>
            <p:cNvSpPr/>
            <p:nvPr>
              <p:custDataLst>
                <p:tags r:id="rId28"/>
              </p:custDataLst>
            </p:nvPr>
          </p:nvSpPr>
          <p:spPr>
            <a:xfrm rot="-10800000">
              <a:off x="5112933" y="50482"/>
              <a:ext cx="7301209" cy="2076914"/>
            </a:xfrm>
            <a:custGeom>
              <a:avLst/>
              <a:gdLst/>
              <a:ahLst/>
              <a:cxnLst/>
              <a:rect l="l" t="t" r="r" b="b"/>
              <a:pathLst>
                <a:path w="7301209" h="2076914">
                  <a:moveTo>
                    <a:pt x="0" y="0"/>
                  </a:moveTo>
                  <a:lnTo>
                    <a:pt x="7301209" y="0"/>
                  </a:lnTo>
                  <a:lnTo>
                    <a:pt x="7301209" y="2076913"/>
                  </a:lnTo>
                  <a:lnTo>
                    <a:pt x="0" y="2076913"/>
                  </a:lnTo>
                  <a:lnTo>
                    <a:pt x="0" y="0"/>
                  </a:lnTo>
                  <a:close/>
                </a:path>
              </a:pathLst>
            </a:custGeom>
            <a:blipFill>
              <a:blip r:embed="rId17">
                <a:extLst>
                  <a:ext uri="{96DAC541-7B7A-43D3-8B79-37D633B846F1}">
                    <asvg:svgBlip xmlns:asvg="http://schemas.microsoft.com/office/drawing/2016/SVG/main" r:embed="rId18"/>
                  </a:ext>
                </a:extLst>
              </a:blip>
              <a:stretch>
                <a:fillRect t="-457755"/>
              </a:stretch>
            </a:blipFill>
          </p:spPr>
        </p:sp>
        <p:grpSp>
          <p:nvGrpSpPr>
            <p:cNvPr id="32" name="Group 32"/>
            <p:cNvGrpSpPr/>
            <p:nvPr/>
          </p:nvGrpSpPr>
          <p:grpSpPr>
            <a:xfrm rot="0">
              <a:off x="5239933" y="274482"/>
              <a:ext cx="6270508" cy="1628913"/>
              <a:chOff x="0" y="0"/>
              <a:chExt cx="17829407" cy="4631610"/>
            </a:xfrm>
          </p:grpSpPr>
          <p:sp>
            <p:nvSpPr>
              <p:cNvPr id="33" name="Freeform 33"/>
              <p:cNvSpPr/>
              <p:nvPr>
                <p:custDataLst>
                  <p:tags r:id="rId29"/>
                </p:custDataLst>
              </p:nvPr>
            </p:nvSpPr>
            <p:spPr>
              <a:xfrm>
                <a:off x="0" y="0"/>
                <a:ext cx="17829406" cy="4631611"/>
              </a:xfrm>
              <a:custGeom>
                <a:avLst/>
                <a:gdLst/>
                <a:ahLst/>
                <a:cxnLst/>
                <a:rect l="l" t="t" r="r" b="b"/>
                <a:pathLst>
                  <a:path w="17829406" h="4631611">
                    <a:moveTo>
                      <a:pt x="17704947" y="59690"/>
                    </a:moveTo>
                    <a:cubicBezTo>
                      <a:pt x="17740506" y="59690"/>
                      <a:pt x="17769717" y="88900"/>
                      <a:pt x="17769717" y="124460"/>
                    </a:cubicBezTo>
                    <a:lnTo>
                      <a:pt x="17769717" y="4507150"/>
                    </a:lnTo>
                    <a:cubicBezTo>
                      <a:pt x="17769717" y="4542711"/>
                      <a:pt x="17740506" y="4571921"/>
                      <a:pt x="17704947" y="4571921"/>
                    </a:cubicBezTo>
                    <a:lnTo>
                      <a:pt x="124460" y="4571921"/>
                    </a:lnTo>
                    <a:cubicBezTo>
                      <a:pt x="88900" y="4571921"/>
                      <a:pt x="59690" y="4542711"/>
                      <a:pt x="59690" y="4507150"/>
                    </a:cubicBezTo>
                    <a:lnTo>
                      <a:pt x="59690" y="124460"/>
                    </a:lnTo>
                    <a:cubicBezTo>
                      <a:pt x="59690" y="88900"/>
                      <a:pt x="88900" y="59690"/>
                      <a:pt x="124460" y="59690"/>
                    </a:cubicBezTo>
                    <a:lnTo>
                      <a:pt x="17704947" y="59690"/>
                    </a:lnTo>
                    <a:moveTo>
                      <a:pt x="17704947" y="0"/>
                    </a:moveTo>
                    <a:lnTo>
                      <a:pt x="124460" y="0"/>
                    </a:lnTo>
                    <a:cubicBezTo>
                      <a:pt x="55880" y="0"/>
                      <a:pt x="0" y="55880"/>
                      <a:pt x="0" y="124460"/>
                    </a:cubicBezTo>
                    <a:lnTo>
                      <a:pt x="0" y="4507150"/>
                    </a:lnTo>
                    <a:cubicBezTo>
                      <a:pt x="0" y="4575730"/>
                      <a:pt x="55880" y="4631611"/>
                      <a:pt x="124460" y="4631611"/>
                    </a:cubicBezTo>
                    <a:lnTo>
                      <a:pt x="17704947" y="4631611"/>
                    </a:lnTo>
                    <a:cubicBezTo>
                      <a:pt x="17773528" y="4631611"/>
                      <a:pt x="17829406" y="4575730"/>
                      <a:pt x="17829406" y="4507150"/>
                    </a:cubicBezTo>
                    <a:lnTo>
                      <a:pt x="17829406" y="124460"/>
                    </a:lnTo>
                    <a:cubicBezTo>
                      <a:pt x="17829406" y="55880"/>
                      <a:pt x="17773528" y="0"/>
                      <a:pt x="17704947" y="0"/>
                    </a:cubicBezTo>
                    <a:close/>
                  </a:path>
                </a:pathLst>
              </a:custGeom>
              <a:solidFill>
                <a:srgbClr val="D68F92"/>
              </a:solidFill>
            </p:spPr>
          </p:sp>
        </p:grpSp>
      </p:grpSp>
      <p:sp>
        <p:nvSpPr>
          <p:cNvPr id="34" name="Freeform 34"/>
          <p:cNvSpPr/>
          <p:nvPr>
            <p:custDataLst>
              <p:tags r:id="rId30"/>
            </p:custDataLst>
          </p:nvPr>
        </p:nvSpPr>
        <p:spPr>
          <a:xfrm>
            <a:off x="11758596" y="4795673"/>
            <a:ext cx="322434" cy="322434"/>
          </a:xfrm>
          <a:custGeom>
            <a:avLst/>
            <a:gdLst/>
            <a:ahLst/>
            <a:cxnLst/>
            <a:rect l="l" t="t" r="r" b="b"/>
            <a:pathLst>
              <a:path w="322434" h="322434">
                <a:moveTo>
                  <a:pt x="0" y="0"/>
                </a:moveTo>
                <a:lnTo>
                  <a:pt x="322434" y="0"/>
                </a:lnTo>
                <a:lnTo>
                  <a:pt x="322434" y="322434"/>
                </a:lnTo>
                <a:lnTo>
                  <a:pt x="0" y="322434"/>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35" name="TextBox 35"/>
          <p:cNvSpPr txBox="1"/>
          <p:nvPr>
            <p:custDataLst>
              <p:tags r:id="rId31"/>
            </p:custDataLst>
          </p:nvPr>
        </p:nvSpPr>
        <p:spPr>
          <a:xfrm>
            <a:off x="12878445" y="4372928"/>
            <a:ext cx="4424927" cy="1107440"/>
          </a:xfrm>
          <a:prstGeom prst="rect">
            <a:avLst/>
          </a:prstGeom>
        </p:spPr>
        <p:txBody>
          <a:bodyPr lIns="0" tIns="0" rIns="0" bIns="0" rtlCol="0" anchor="t">
            <a:spAutoFit/>
          </a:bodyPr>
          <a:lstStyle/>
          <a:p>
            <a:pPr algn="l">
              <a:lnSpc>
                <a:spcPts val="2880"/>
              </a:lnSpc>
            </a:pPr>
            <a:r>
              <a:rPr lang="en-US" sz="1600" spc="63">
                <a:solidFill>
                  <a:srgbClr val="545454"/>
                </a:solidFill>
                <a:ea typeface="思源黑体 2" panose="020B0500000000000000" charset="-122"/>
              </a:rPr>
              <a:t>Out of my high energy,I can destroy Pathogens easily,so,I'm also used to cure some illnesses like cancer and lithiasis.</a:t>
            </a:r>
            <a:endParaRPr lang="en-US" sz="1600" spc="63">
              <a:solidFill>
                <a:srgbClr val="545454"/>
              </a:solidFill>
              <a:ea typeface="思源黑体 2" panose="020B0500000000000000" charset="-122"/>
            </a:endParaRPr>
          </a:p>
        </p:txBody>
      </p:sp>
      <p:sp>
        <p:nvSpPr>
          <p:cNvPr id="36" name="TextBox 36"/>
          <p:cNvSpPr txBox="1"/>
          <p:nvPr/>
        </p:nvSpPr>
        <p:spPr>
          <a:xfrm>
            <a:off x="8920240" y="4643708"/>
            <a:ext cx="1221685" cy="641985"/>
          </a:xfrm>
          <a:prstGeom prst="rect">
            <a:avLst/>
          </a:prstGeom>
        </p:spPr>
        <p:txBody>
          <a:bodyPr lIns="0" tIns="0" rIns="0" bIns="0" rtlCol="0" anchor="t">
            <a:spAutoFit/>
          </a:bodyPr>
          <a:lstStyle/>
          <a:p>
            <a:pPr algn="ctr">
              <a:lnSpc>
                <a:spcPts val="2505"/>
              </a:lnSpc>
            </a:pPr>
            <a:r>
              <a:rPr lang="en-US" sz="2200" spc="219">
                <a:solidFill>
                  <a:srgbClr val="FFFFFF"/>
                </a:solidFill>
                <a:ea typeface="思源黑体 2 Bold" panose="020B0800000000000000" charset="-122"/>
              </a:rPr>
              <a:t>destroy</a:t>
            </a:r>
            <a:endParaRPr lang="en-US" sz="2200" spc="219">
              <a:solidFill>
                <a:srgbClr val="FFFFFF"/>
              </a:solidFill>
              <a:ea typeface="思源黑体 2 Bold" panose="020B0800000000000000" charset="-122"/>
            </a:endParaRPr>
          </a:p>
          <a:p>
            <a:pPr algn="ctr">
              <a:lnSpc>
                <a:spcPts val="2505"/>
              </a:lnSpc>
            </a:pPr>
            <a:r>
              <a:rPr lang="en-US" sz="2200" spc="219">
                <a:solidFill>
                  <a:srgbClr val="FFFFFF"/>
                </a:solidFill>
                <a:ea typeface="思源黑体 2 Bold" panose="020B0800000000000000" charset="-122"/>
              </a:rPr>
              <a:t>badness</a:t>
            </a:r>
            <a:endParaRPr lang="en-US" sz="2200" spc="219">
              <a:solidFill>
                <a:srgbClr val="FFFFFF"/>
              </a:solidFill>
              <a:ea typeface="思源黑体 2 Bold" panose="020B0800000000000000" charset="-122"/>
            </a:endParaRPr>
          </a:p>
        </p:txBody>
      </p:sp>
      <p:grpSp>
        <p:nvGrpSpPr>
          <p:cNvPr id="37" name="Group 37"/>
          <p:cNvGrpSpPr/>
          <p:nvPr>
            <p:custDataLst>
              <p:tags r:id="rId32"/>
            </p:custDataLst>
          </p:nvPr>
        </p:nvGrpSpPr>
        <p:grpSpPr>
          <a:xfrm rot="0">
            <a:off x="8783785" y="6253395"/>
            <a:ext cx="9310606" cy="1633408"/>
            <a:chOff x="0" y="0"/>
            <a:chExt cx="12414142" cy="2177877"/>
          </a:xfrm>
        </p:grpSpPr>
        <p:sp>
          <p:nvSpPr>
            <p:cNvPr id="38" name="Freeform 38"/>
            <p:cNvSpPr/>
            <p:nvPr>
              <p:custDataLst>
                <p:tags r:id="rId33"/>
              </p:custDataLst>
            </p:nvPr>
          </p:nvSpPr>
          <p:spPr>
            <a:xfrm rot="-10800000">
              <a:off x="2146471" y="1011571"/>
              <a:ext cx="972902" cy="154735"/>
            </a:xfrm>
            <a:custGeom>
              <a:avLst/>
              <a:gdLst/>
              <a:ahLst/>
              <a:cxnLst/>
              <a:rect l="l" t="t" r="r" b="b"/>
              <a:pathLst>
                <a:path w="972902" h="154735">
                  <a:moveTo>
                    <a:pt x="0" y="0"/>
                  </a:moveTo>
                  <a:lnTo>
                    <a:pt x="972902" y="0"/>
                  </a:lnTo>
                  <a:lnTo>
                    <a:pt x="972902" y="154735"/>
                  </a:lnTo>
                  <a:lnTo>
                    <a:pt x="0" y="154735"/>
                  </a:lnTo>
                  <a:lnTo>
                    <a:pt x="0" y="0"/>
                  </a:lnTo>
                  <a:close/>
                </a:path>
              </a:pathLst>
            </a:custGeom>
            <a:blipFill>
              <a:blip r:embed="rId6">
                <a:extLst>
                  <a:ext uri="{96DAC541-7B7A-43D3-8B79-37D633B846F1}">
                    <asvg:svgBlip xmlns:asvg="http://schemas.microsoft.com/office/drawing/2016/SVG/main" r:embed="rId7"/>
                  </a:ext>
                </a:extLst>
              </a:blip>
              <a:stretch>
                <a:fillRect b="-528754"/>
              </a:stretch>
            </a:blipFill>
          </p:spPr>
        </p:sp>
        <p:grpSp>
          <p:nvGrpSpPr>
            <p:cNvPr id="39" name="Group 39"/>
            <p:cNvGrpSpPr/>
            <p:nvPr/>
          </p:nvGrpSpPr>
          <p:grpSpPr>
            <a:xfrm rot="5400000">
              <a:off x="3055940" y="1011021"/>
              <a:ext cx="282703" cy="155836"/>
              <a:chOff x="0" y="0"/>
              <a:chExt cx="190482" cy="105000"/>
            </a:xfrm>
          </p:grpSpPr>
          <p:sp>
            <p:nvSpPr>
              <p:cNvPr id="40" name="Freeform 40"/>
              <p:cNvSpPr/>
              <p:nvPr>
                <p:custDataLst>
                  <p:tags r:id="rId34"/>
                </p:custDataLst>
              </p:nvPr>
            </p:nvSpPr>
            <p:spPr>
              <a:xfrm>
                <a:off x="0" y="0"/>
                <a:ext cx="190482" cy="105000"/>
              </a:xfrm>
              <a:custGeom>
                <a:avLst/>
                <a:gdLst/>
                <a:ahLst/>
                <a:cxnLst/>
                <a:rect l="l" t="t" r="r" b="b"/>
                <a:pathLst>
                  <a:path w="190482" h="105000">
                    <a:moveTo>
                      <a:pt x="95241" y="0"/>
                    </a:moveTo>
                    <a:lnTo>
                      <a:pt x="190482" y="105000"/>
                    </a:lnTo>
                    <a:lnTo>
                      <a:pt x="0" y="105000"/>
                    </a:lnTo>
                    <a:lnTo>
                      <a:pt x="95241" y="0"/>
                    </a:lnTo>
                    <a:close/>
                  </a:path>
                </a:pathLst>
              </a:custGeom>
              <a:solidFill>
                <a:srgbClr val="E7B8AB"/>
              </a:solidFill>
            </p:spPr>
          </p:sp>
          <p:sp>
            <p:nvSpPr>
              <p:cNvPr id="41" name="TextBox 41"/>
              <p:cNvSpPr txBox="1"/>
              <p:nvPr/>
            </p:nvSpPr>
            <p:spPr>
              <a:xfrm>
                <a:off x="29763" y="1125"/>
                <a:ext cx="130956" cy="96375"/>
              </a:xfrm>
              <a:prstGeom prst="rect">
                <a:avLst/>
              </a:prstGeom>
            </p:spPr>
            <p:txBody>
              <a:bodyPr lIns="50800" tIns="50800" rIns="50800" bIns="50800" rtlCol="0" anchor="ctr"/>
              <a:lstStyle/>
              <a:p>
                <a:pPr algn="ctr">
                  <a:lnSpc>
                    <a:spcPts val="2660"/>
                  </a:lnSpc>
                  <a:spcBef>
                    <a:spcPct val="0"/>
                  </a:spcBef>
                </a:pPr>
              </a:p>
            </p:txBody>
          </p:sp>
        </p:grpSp>
        <p:sp>
          <p:nvSpPr>
            <p:cNvPr id="42" name="Freeform 42"/>
            <p:cNvSpPr/>
            <p:nvPr/>
          </p:nvSpPr>
          <p:spPr>
            <a:xfrm>
              <a:off x="0" y="79734"/>
              <a:ext cx="2018409" cy="2018409"/>
            </a:xfrm>
            <a:custGeom>
              <a:avLst/>
              <a:gdLst/>
              <a:ahLst/>
              <a:cxnLst/>
              <a:rect l="l" t="t" r="r" b="b"/>
              <a:pathLst>
                <a:path w="2018409" h="2018409">
                  <a:moveTo>
                    <a:pt x="0" y="0"/>
                  </a:moveTo>
                  <a:lnTo>
                    <a:pt x="2018409" y="0"/>
                  </a:lnTo>
                  <a:lnTo>
                    <a:pt x="2018409" y="2018409"/>
                  </a:lnTo>
                  <a:lnTo>
                    <a:pt x="0" y="201840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43" name="Freeform 43"/>
            <p:cNvSpPr/>
            <p:nvPr/>
          </p:nvSpPr>
          <p:spPr>
            <a:xfrm rot="-5400000">
              <a:off x="194748" y="274482"/>
              <a:ext cx="1628913" cy="1628913"/>
            </a:xfrm>
            <a:custGeom>
              <a:avLst/>
              <a:gdLst/>
              <a:ahLst/>
              <a:cxnLst/>
              <a:rect l="l" t="t" r="r" b="b"/>
              <a:pathLst>
                <a:path w="1628913" h="1628913">
                  <a:moveTo>
                    <a:pt x="0" y="0"/>
                  </a:moveTo>
                  <a:lnTo>
                    <a:pt x="1628913" y="0"/>
                  </a:lnTo>
                  <a:lnTo>
                    <a:pt x="1628913" y="1628913"/>
                  </a:lnTo>
                  <a:lnTo>
                    <a:pt x="0" y="162891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44" name="Freeform 44"/>
            <p:cNvSpPr/>
            <p:nvPr>
              <p:custDataLst>
                <p:tags r:id="rId35"/>
              </p:custDataLst>
            </p:nvPr>
          </p:nvSpPr>
          <p:spPr>
            <a:xfrm>
              <a:off x="3592709" y="0"/>
              <a:ext cx="1520224" cy="2177877"/>
            </a:xfrm>
            <a:custGeom>
              <a:avLst/>
              <a:gdLst/>
              <a:ahLst/>
              <a:cxnLst/>
              <a:rect l="l" t="t" r="r" b="b"/>
              <a:pathLst>
                <a:path w="1520224" h="2177877">
                  <a:moveTo>
                    <a:pt x="0" y="0"/>
                  </a:moveTo>
                  <a:lnTo>
                    <a:pt x="1520224" y="0"/>
                  </a:lnTo>
                  <a:lnTo>
                    <a:pt x="1520224" y="2177877"/>
                  </a:lnTo>
                  <a:lnTo>
                    <a:pt x="0" y="2177877"/>
                  </a:lnTo>
                  <a:lnTo>
                    <a:pt x="0" y="0"/>
                  </a:lnTo>
                  <a:close/>
                </a:path>
              </a:pathLst>
            </a:custGeom>
            <a:blipFill>
              <a:blip r:embed="rId14">
                <a:extLst>
                  <a:ext uri="{96DAC541-7B7A-43D3-8B79-37D633B846F1}">
                    <asvg:svgBlip xmlns:asvg="http://schemas.microsoft.com/office/drawing/2016/SVG/main" r:embed="rId15"/>
                  </a:ext>
                </a:extLst>
              </a:blip>
              <a:stretch>
                <a:fillRect l="-158816"/>
              </a:stretch>
            </a:blipFill>
          </p:spPr>
        </p:sp>
        <p:sp>
          <p:nvSpPr>
            <p:cNvPr id="45" name="Freeform 45"/>
            <p:cNvSpPr/>
            <p:nvPr>
              <p:custDataLst>
                <p:tags r:id="rId36"/>
              </p:custDataLst>
            </p:nvPr>
          </p:nvSpPr>
          <p:spPr>
            <a:xfrm rot="-10800000">
              <a:off x="5112933" y="50482"/>
              <a:ext cx="7301209" cy="2076914"/>
            </a:xfrm>
            <a:custGeom>
              <a:avLst/>
              <a:gdLst/>
              <a:ahLst/>
              <a:cxnLst/>
              <a:rect l="l" t="t" r="r" b="b"/>
              <a:pathLst>
                <a:path w="7301209" h="2076914">
                  <a:moveTo>
                    <a:pt x="0" y="0"/>
                  </a:moveTo>
                  <a:lnTo>
                    <a:pt x="7301209" y="0"/>
                  </a:lnTo>
                  <a:lnTo>
                    <a:pt x="7301209" y="2076913"/>
                  </a:lnTo>
                  <a:lnTo>
                    <a:pt x="0" y="2076913"/>
                  </a:lnTo>
                  <a:lnTo>
                    <a:pt x="0" y="0"/>
                  </a:lnTo>
                  <a:close/>
                </a:path>
              </a:pathLst>
            </a:custGeom>
            <a:blipFill>
              <a:blip r:embed="rId17">
                <a:extLst>
                  <a:ext uri="{96DAC541-7B7A-43D3-8B79-37D633B846F1}">
                    <asvg:svgBlip xmlns:asvg="http://schemas.microsoft.com/office/drawing/2016/SVG/main" r:embed="rId18"/>
                  </a:ext>
                </a:extLst>
              </a:blip>
              <a:stretch>
                <a:fillRect t="-457755"/>
              </a:stretch>
            </a:blipFill>
          </p:spPr>
        </p:sp>
        <p:grpSp>
          <p:nvGrpSpPr>
            <p:cNvPr id="46" name="Group 46"/>
            <p:cNvGrpSpPr/>
            <p:nvPr/>
          </p:nvGrpSpPr>
          <p:grpSpPr>
            <a:xfrm rot="0">
              <a:off x="5239933" y="274482"/>
              <a:ext cx="6270508" cy="1628913"/>
              <a:chOff x="0" y="0"/>
              <a:chExt cx="17829407" cy="4631610"/>
            </a:xfrm>
          </p:grpSpPr>
          <p:sp>
            <p:nvSpPr>
              <p:cNvPr id="47" name="Freeform 47"/>
              <p:cNvSpPr/>
              <p:nvPr>
                <p:custDataLst>
                  <p:tags r:id="rId37"/>
                </p:custDataLst>
              </p:nvPr>
            </p:nvSpPr>
            <p:spPr>
              <a:xfrm>
                <a:off x="0" y="0"/>
                <a:ext cx="17829406" cy="4631611"/>
              </a:xfrm>
              <a:custGeom>
                <a:avLst/>
                <a:gdLst/>
                <a:ahLst/>
                <a:cxnLst/>
                <a:rect l="l" t="t" r="r" b="b"/>
                <a:pathLst>
                  <a:path w="17829406" h="4631611">
                    <a:moveTo>
                      <a:pt x="17704947" y="59690"/>
                    </a:moveTo>
                    <a:cubicBezTo>
                      <a:pt x="17740506" y="59690"/>
                      <a:pt x="17769717" y="88900"/>
                      <a:pt x="17769717" y="124460"/>
                    </a:cubicBezTo>
                    <a:lnTo>
                      <a:pt x="17769717" y="4507150"/>
                    </a:lnTo>
                    <a:cubicBezTo>
                      <a:pt x="17769717" y="4542711"/>
                      <a:pt x="17740506" y="4571921"/>
                      <a:pt x="17704947" y="4571921"/>
                    </a:cubicBezTo>
                    <a:lnTo>
                      <a:pt x="124460" y="4571921"/>
                    </a:lnTo>
                    <a:cubicBezTo>
                      <a:pt x="88900" y="4571921"/>
                      <a:pt x="59690" y="4542711"/>
                      <a:pt x="59690" y="4507150"/>
                    </a:cubicBezTo>
                    <a:lnTo>
                      <a:pt x="59690" y="124460"/>
                    </a:lnTo>
                    <a:cubicBezTo>
                      <a:pt x="59690" y="88900"/>
                      <a:pt x="88900" y="59690"/>
                      <a:pt x="124460" y="59690"/>
                    </a:cubicBezTo>
                    <a:lnTo>
                      <a:pt x="17704947" y="59690"/>
                    </a:lnTo>
                    <a:moveTo>
                      <a:pt x="17704947" y="0"/>
                    </a:moveTo>
                    <a:lnTo>
                      <a:pt x="124460" y="0"/>
                    </a:lnTo>
                    <a:cubicBezTo>
                      <a:pt x="55880" y="0"/>
                      <a:pt x="0" y="55880"/>
                      <a:pt x="0" y="124460"/>
                    </a:cubicBezTo>
                    <a:lnTo>
                      <a:pt x="0" y="4507150"/>
                    </a:lnTo>
                    <a:cubicBezTo>
                      <a:pt x="0" y="4575730"/>
                      <a:pt x="55880" y="4631611"/>
                      <a:pt x="124460" y="4631611"/>
                    </a:cubicBezTo>
                    <a:lnTo>
                      <a:pt x="17704947" y="4631611"/>
                    </a:lnTo>
                    <a:cubicBezTo>
                      <a:pt x="17773528" y="4631611"/>
                      <a:pt x="17829406" y="4575730"/>
                      <a:pt x="17829406" y="4507150"/>
                    </a:cubicBezTo>
                    <a:lnTo>
                      <a:pt x="17829406" y="124460"/>
                    </a:lnTo>
                    <a:cubicBezTo>
                      <a:pt x="17829406" y="55880"/>
                      <a:pt x="17773528" y="0"/>
                      <a:pt x="17704947" y="0"/>
                    </a:cubicBezTo>
                    <a:close/>
                  </a:path>
                </a:pathLst>
              </a:custGeom>
              <a:solidFill>
                <a:srgbClr val="D68F92"/>
              </a:solidFill>
            </p:spPr>
          </p:sp>
        </p:grpSp>
      </p:grpSp>
      <p:sp>
        <p:nvSpPr>
          <p:cNvPr id="48" name="Freeform 48"/>
          <p:cNvSpPr/>
          <p:nvPr>
            <p:custDataLst>
              <p:tags r:id="rId38"/>
            </p:custDataLst>
          </p:nvPr>
        </p:nvSpPr>
        <p:spPr>
          <a:xfrm>
            <a:off x="11758596" y="6925154"/>
            <a:ext cx="322434" cy="322434"/>
          </a:xfrm>
          <a:custGeom>
            <a:avLst/>
            <a:gdLst/>
            <a:ahLst/>
            <a:cxnLst/>
            <a:rect l="l" t="t" r="r" b="b"/>
            <a:pathLst>
              <a:path w="322434" h="322434">
                <a:moveTo>
                  <a:pt x="0" y="0"/>
                </a:moveTo>
                <a:lnTo>
                  <a:pt x="322434" y="0"/>
                </a:lnTo>
                <a:lnTo>
                  <a:pt x="322434" y="322434"/>
                </a:lnTo>
                <a:lnTo>
                  <a:pt x="0" y="322434"/>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49" name="TextBox 49"/>
          <p:cNvSpPr txBox="1"/>
          <p:nvPr>
            <p:custDataLst>
              <p:tags r:id="rId39"/>
            </p:custDataLst>
          </p:nvPr>
        </p:nvSpPr>
        <p:spPr>
          <a:xfrm>
            <a:off x="12878445" y="6502409"/>
            <a:ext cx="4424927" cy="368935"/>
          </a:xfrm>
          <a:prstGeom prst="rect">
            <a:avLst/>
          </a:prstGeom>
        </p:spPr>
        <p:txBody>
          <a:bodyPr lIns="0" tIns="0" rIns="0" bIns="0" rtlCol="0" anchor="t">
            <a:spAutoFit/>
          </a:bodyPr>
          <a:lstStyle/>
          <a:p>
            <a:pPr algn="l">
              <a:lnSpc>
                <a:spcPts val="2880"/>
              </a:lnSpc>
            </a:pPr>
            <a:r>
              <a:rPr lang="en-US" sz="1600" spc="63">
                <a:solidFill>
                  <a:srgbClr val="545454"/>
                </a:solidFill>
                <a:ea typeface="思源黑体 2" panose="020B0500000000000000" charset="-122"/>
              </a:rPr>
              <a:t>Now,I'm used to detect the defects of materials.</a:t>
            </a:r>
            <a:endParaRPr lang="en-US" sz="1600" spc="63">
              <a:solidFill>
                <a:srgbClr val="545454"/>
              </a:solidFill>
              <a:ea typeface="思源黑体 2" panose="020B0500000000000000" charset="-122"/>
            </a:endParaRPr>
          </a:p>
        </p:txBody>
      </p:sp>
      <p:sp>
        <p:nvSpPr>
          <p:cNvPr id="50" name="TextBox 50"/>
          <p:cNvSpPr txBox="1"/>
          <p:nvPr/>
        </p:nvSpPr>
        <p:spPr>
          <a:xfrm>
            <a:off x="8920240" y="6773189"/>
            <a:ext cx="1221685" cy="641985"/>
          </a:xfrm>
          <a:prstGeom prst="rect">
            <a:avLst/>
          </a:prstGeom>
        </p:spPr>
        <p:txBody>
          <a:bodyPr lIns="0" tIns="0" rIns="0" bIns="0" rtlCol="0" anchor="t">
            <a:spAutoFit/>
          </a:bodyPr>
          <a:lstStyle/>
          <a:p>
            <a:pPr algn="ctr">
              <a:lnSpc>
                <a:spcPts val="2505"/>
              </a:lnSpc>
            </a:pPr>
            <a:r>
              <a:rPr lang="en-US" sz="2200" spc="219">
                <a:solidFill>
                  <a:srgbClr val="FFFFFF"/>
                </a:solidFill>
                <a:ea typeface="思源黑体 2 Bold" panose="020B0800000000000000" charset="-122"/>
              </a:rPr>
              <a:t>detect</a:t>
            </a:r>
            <a:endParaRPr lang="en-US" sz="2200" spc="219">
              <a:solidFill>
                <a:srgbClr val="FFFFFF"/>
              </a:solidFill>
              <a:ea typeface="思源黑体 2 Bold" panose="020B0800000000000000" charset="-122"/>
            </a:endParaRPr>
          </a:p>
          <a:p>
            <a:pPr algn="ctr">
              <a:lnSpc>
                <a:spcPts val="2505"/>
              </a:lnSpc>
            </a:pPr>
            <a:r>
              <a:rPr lang="en-US" sz="2200" spc="219">
                <a:solidFill>
                  <a:srgbClr val="FFFFFF"/>
                </a:solidFill>
                <a:ea typeface="思源黑体 2 Bold" panose="020B0800000000000000" charset="-122"/>
              </a:rPr>
              <a:t>packs</a:t>
            </a:r>
            <a:endParaRPr lang="en-US" sz="2200" spc="219">
              <a:solidFill>
                <a:srgbClr val="FFFFFF"/>
              </a:solidFill>
              <a:ea typeface="思源黑体 2 Bold" panose="020B0800000000000000" charset="-122"/>
            </a:endParaRPr>
          </a:p>
        </p:txBody>
      </p:sp>
      <p:pic>
        <p:nvPicPr>
          <p:cNvPr id="2" name="图片 1" descr="校徽 嘉庚体校名带英文"/>
          <p:cNvPicPr>
            <a:picLocks noChangeAspect="1"/>
          </p:cNvPicPr>
          <p:nvPr/>
        </p:nvPicPr>
        <p:blipFill>
          <a:blip r:embed="rId40"/>
          <a:stretch>
            <a:fillRect/>
          </a:stretch>
        </p:blipFill>
        <p:spPr>
          <a:xfrm>
            <a:off x="14859000" y="342900"/>
            <a:ext cx="3336925" cy="92773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airplan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7" presetClass="entr" presetSubtype="0" fill="hold" grpId="0" nodeType="withEffect">
                                  <p:stCondLst>
                                    <p:cond delay="0"/>
                                  </p:stCondLst>
                                  <p:iterate type="lt">
                                    <p:tmPct val="50000"/>
                                  </p:iterate>
                                  <p:childTnLst>
                                    <p:set>
                                      <p:cBhvr>
                                        <p:cTn id="9" dur="1" fill="hold">
                                          <p:stCondLst>
                                            <p:cond delay="0"/>
                                          </p:stCondLst>
                                        </p:cTn>
                                        <p:tgtEl>
                                          <p:spTgt spid="18"/>
                                        </p:tgtEl>
                                        <p:attrNameLst>
                                          <p:attrName>style.visibility</p:attrName>
                                        </p:attrNameLst>
                                      </p:cBhvr>
                                      <p:to>
                                        <p:strVal val="visible"/>
                                      </p:to>
                                    </p:set>
                                    <p:anim calcmode="discrete" valueType="clr">
                                      <p:cBhvr override="childStyle">
                                        <p:cTn id="10" dur="80"/>
                                        <p:tgtEl>
                                          <p:spTgt spid="18"/>
                                        </p:tgtEl>
                                        <p:attrNameLst>
                                          <p:attrName>style.color</p:attrName>
                                        </p:attrNameLst>
                                      </p:cBhvr>
                                      <p:tavLst>
                                        <p:tav tm="0">
                                          <p:val>
                                            <p:clrVal>
                                              <a:schemeClr val="accent2"/>
                                            </p:clrVal>
                                          </p:val>
                                        </p:tav>
                                        <p:tav tm="50000">
                                          <p:val>
                                            <p:clrVal>
                                              <a:schemeClr val="hlink"/>
                                            </p:clrVal>
                                          </p:val>
                                        </p:tav>
                                      </p:tavLst>
                                    </p:anim>
                                    <p:anim calcmode="discrete" valueType="clr">
                                      <p:cBhvr>
                                        <p:cTn id="11" dur="80"/>
                                        <p:tgtEl>
                                          <p:spTgt spid="18"/>
                                        </p:tgtEl>
                                        <p:attrNameLst>
                                          <p:attrName>fillcolor</p:attrName>
                                        </p:attrNameLst>
                                      </p:cBhvr>
                                      <p:tavLst>
                                        <p:tav tm="0">
                                          <p:val>
                                            <p:clrVal>
                                              <a:schemeClr val="accent2"/>
                                            </p:clrVal>
                                          </p:val>
                                        </p:tav>
                                        <p:tav tm="50000">
                                          <p:val>
                                            <p:clrVal>
                                              <a:schemeClr val="hlink"/>
                                            </p:clrVal>
                                          </p:val>
                                        </p:tav>
                                      </p:tavLst>
                                    </p:anim>
                                    <p:set>
                                      <p:cBhvr>
                                        <p:cTn id="12" dur="80"/>
                                        <p:tgtEl>
                                          <p:spTgt spid="18"/>
                                        </p:tgtEl>
                                        <p:attrNameLst>
                                          <p:attrName>fill.type</p:attrName>
                                        </p:attrNameLst>
                                      </p:cBhvr>
                                      <p:to>
                                        <p:strVal val="solid"/>
                                      </p:to>
                                    </p:set>
                                  </p:childTnLst>
                                </p:cTn>
                              </p:par>
                              <p:par>
                                <p:cTn id="13" presetID="27" presetClass="entr" presetSubtype="0" fill="hold" nodeType="withEffect">
                                  <p:stCondLst>
                                    <p:cond delay="0"/>
                                  </p:stCondLst>
                                  <p:iterate type="lt">
                                    <p:tmPct val="50000"/>
                                  </p:iterate>
                                  <p:childTnLst>
                                    <p:set>
                                      <p:cBhvr>
                                        <p:cTn id="14" dur="1" fill="hold">
                                          <p:stCondLst>
                                            <p:cond delay="0"/>
                                          </p:stCondLst>
                                        </p:cTn>
                                        <p:tgtEl>
                                          <p:spTgt spid="19">
                                            <p:txEl>
                                              <p:pRg st="0" end="0"/>
                                            </p:txEl>
                                          </p:spTgt>
                                        </p:tgtEl>
                                        <p:attrNameLst>
                                          <p:attrName>style.visibility</p:attrName>
                                        </p:attrNameLst>
                                      </p:cBhvr>
                                      <p:to>
                                        <p:strVal val="visible"/>
                                      </p:to>
                                    </p:set>
                                    <p:anim calcmode="discrete" valueType="clr">
                                      <p:cBhvr override="childStyle">
                                        <p:cTn id="15" dur="80"/>
                                        <p:tgtEl>
                                          <p:spTgt spid="19">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6" dur="80"/>
                                        <p:tgtEl>
                                          <p:spTgt spid="19">
                                            <p:txEl>
                                              <p:pRg st="0" end="0"/>
                                            </p:txEl>
                                          </p:spTgt>
                                        </p:tgtEl>
                                        <p:attrNameLst>
                                          <p:attrName>fillcolor</p:attrName>
                                        </p:attrNameLst>
                                      </p:cBhvr>
                                      <p:tavLst>
                                        <p:tav tm="0">
                                          <p:val>
                                            <p:clrVal>
                                              <a:schemeClr val="accent2"/>
                                            </p:clrVal>
                                          </p:val>
                                        </p:tav>
                                        <p:tav tm="50000">
                                          <p:val>
                                            <p:clrVal>
                                              <a:schemeClr val="hlink"/>
                                            </p:clrVal>
                                          </p:val>
                                        </p:tav>
                                      </p:tavLst>
                                    </p:anim>
                                    <p:set>
                                      <p:cBhvr>
                                        <p:cTn id="17" dur="80"/>
                                        <p:tgtEl>
                                          <p:spTgt spid="19">
                                            <p:txEl>
                                              <p:pRg st="0" end="0"/>
                                            </p:txEl>
                                          </p:spTgt>
                                        </p:tgtEl>
                                        <p:attrNameLst>
                                          <p:attrName>fill.type</p:attrName>
                                        </p:attrNameLst>
                                      </p:cBhvr>
                                      <p:to>
                                        <p:strVal val="solid"/>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left)">
                                      <p:cBhvr>
                                        <p:cTn id="22" dur="500"/>
                                        <p:tgtEl>
                                          <p:spTgt spid="23"/>
                                        </p:tgtEl>
                                      </p:cBhvr>
                                    </p:animEffect>
                                  </p:childTnLst>
                                </p:cTn>
                              </p:par>
                              <p:par>
                                <p:cTn id="23" presetID="27" presetClass="entr" presetSubtype="0" fill="hold" nodeType="withEffect">
                                  <p:stCondLst>
                                    <p:cond delay="0"/>
                                  </p:stCondLst>
                                  <p:iterate type="lt">
                                    <p:tmPct val="50000"/>
                                  </p:iterate>
                                  <p:childTnLst>
                                    <p:set>
                                      <p:cBhvr>
                                        <p:cTn id="24" dur="1" fill="hold">
                                          <p:stCondLst>
                                            <p:cond delay="0"/>
                                          </p:stCondLst>
                                        </p:cTn>
                                        <p:tgtEl>
                                          <p:spTgt spid="36">
                                            <p:txEl>
                                              <p:pRg st="0" end="0"/>
                                            </p:txEl>
                                          </p:spTgt>
                                        </p:tgtEl>
                                        <p:attrNameLst>
                                          <p:attrName>style.visibility</p:attrName>
                                        </p:attrNameLst>
                                      </p:cBhvr>
                                      <p:to>
                                        <p:strVal val="visible"/>
                                      </p:to>
                                    </p:set>
                                    <p:anim calcmode="discrete" valueType="clr">
                                      <p:cBhvr override="childStyle">
                                        <p:cTn id="25" dur="80"/>
                                        <p:tgtEl>
                                          <p:spTgt spid="36">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6" dur="80"/>
                                        <p:tgtEl>
                                          <p:spTgt spid="36">
                                            <p:txEl>
                                              <p:pRg st="0" end="0"/>
                                            </p:txEl>
                                          </p:spTgt>
                                        </p:tgtEl>
                                        <p:attrNameLst>
                                          <p:attrName>fillcolor</p:attrName>
                                        </p:attrNameLst>
                                      </p:cBhvr>
                                      <p:tavLst>
                                        <p:tav tm="0">
                                          <p:val>
                                            <p:clrVal>
                                              <a:schemeClr val="accent2"/>
                                            </p:clrVal>
                                          </p:val>
                                        </p:tav>
                                        <p:tav tm="50000">
                                          <p:val>
                                            <p:clrVal>
                                              <a:schemeClr val="hlink"/>
                                            </p:clrVal>
                                          </p:val>
                                        </p:tav>
                                      </p:tavLst>
                                    </p:anim>
                                    <p:set>
                                      <p:cBhvr>
                                        <p:cTn id="27" dur="80"/>
                                        <p:tgtEl>
                                          <p:spTgt spid="36">
                                            <p:txEl>
                                              <p:pRg st="0" end="0"/>
                                            </p:txEl>
                                          </p:spTgt>
                                        </p:tgtEl>
                                        <p:attrNameLst>
                                          <p:attrName>fill.type</p:attrName>
                                        </p:attrNameLst>
                                      </p:cBhvr>
                                      <p:to>
                                        <p:strVal val="solid"/>
                                      </p:to>
                                    </p:set>
                                  </p:childTnLst>
                                </p:cTn>
                              </p:par>
                            </p:childTnLst>
                          </p:cTn>
                        </p:par>
                        <p:par>
                          <p:cTn id="28" fill="hold">
                            <p:stCondLst>
                              <p:cond delay="500"/>
                            </p:stCondLst>
                            <p:childTnLst>
                              <p:par>
                                <p:cTn id="29" presetID="27" presetClass="entr" presetSubtype="0" fill="hold" nodeType="afterEffect">
                                  <p:stCondLst>
                                    <p:cond delay="0"/>
                                  </p:stCondLst>
                                  <p:iterate type="lt">
                                    <p:tmPct val="50000"/>
                                  </p:iterate>
                                  <p:childTnLst>
                                    <p:set>
                                      <p:cBhvr>
                                        <p:cTn id="30" dur="1" fill="hold">
                                          <p:stCondLst>
                                            <p:cond delay="0"/>
                                          </p:stCondLst>
                                        </p:cTn>
                                        <p:tgtEl>
                                          <p:spTgt spid="36">
                                            <p:txEl>
                                              <p:pRg st="1" end="1"/>
                                            </p:txEl>
                                          </p:spTgt>
                                        </p:tgtEl>
                                        <p:attrNameLst>
                                          <p:attrName>style.visibility</p:attrName>
                                        </p:attrNameLst>
                                      </p:cBhvr>
                                      <p:to>
                                        <p:strVal val="visible"/>
                                      </p:to>
                                    </p:set>
                                    <p:anim calcmode="discrete" valueType="clr">
                                      <p:cBhvr override="childStyle">
                                        <p:cTn id="31" dur="80"/>
                                        <p:tgtEl>
                                          <p:spTgt spid="36">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36">
                                            <p:txEl>
                                              <p:pRg st="1" end="1"/>
                                            </p:txEl>
                                          </p:spTgt>
                                        </p:tgtEl>
                                        <p:attrNameLst>
                                          <p:attrName>fillcolor</p:attrName>
                                        </p:attrNameLst>
                                      </p:cBhvr>
                                      <p:tavLst>
                                        <p:tav tm="0">
                                          <p:val>
                                            <p:clrVal>
                                              <a:schemeClr val="accent2"/>
                                            </p:clrVal>
                                          </p:val>
                                        </p:tav>
                                        <p:tav tm="50000">
                                          <p:val>
                                            <p:clrVal>
                                              <a:schemeClr val="hlink"/>
                                            </p:clrVal>
                                          </p:val>
                                        </p:tav>
                                      </p:tavLst>
                                    </p:anim>
                                    <p:set>
                                      <p:cBhvr>
                                        <p:cTn id="33" dur="80"/>
                                        <p:tgtEl>
                                          <p:spTgt spid="36">
                                            <p:txEl>
                                              <p:pRg st="1" end="1"/>
                                            </p:txEl>
                                          </p:spTgt>
                                        </p:tgtEl>
                                        <p:attrNameLst>
                                          <p:attrName>fill.type</p:attrName>
                                        </p:attrNameLst>
                                      </p:cBhvr>
                                      <p:to>
                                        <p:strVal val="solid"/>
                                      </p:to>
                                    </p:set>
                                  </p:childTnLst>
                                </p:cTn>
                              </p:par>
                              <p:par>
                                <p:cTn id="34" presetID="27" presetClass="entr" presetSubtype="0" fill="hold" nodeType="withEffect">
                                  <p:stCondLst>
                                    <p:cond delay="0"/>
                                  </p:stCondLst>
                                  <p:iterate type="lt">
                                    <p:tmPct val="50000"/>
                                  </p:iterate>
                                  <p:childTnLst>
                                    <p:set>
                                      <p:cBhvr>
                                        <p:cTn id="35" dur="1" fill="hold">
                                          <p:stCondLst>
                                            <p:cond delay="0"/>
                                          </p:stCondLst>
                                        </p:cTn>
                                        <p:tgtEl>
                                          <p:spTgt spid="35">
                                            <p:txEl>
                                              <p:pRg st="0" end="0"/>
                                            </p:txEl>
                                          </p:spTgt>
                                        </p:tgtEl>
                                        <p:attrNameLst>
                                          <p:attrName>style.visibility</p:attrName>
                                        </p:attrNameLst>
                                      </p:cBhvr>
                                      <p:to>
                                        <p:strVal val="visible"/>
                                      </p:to>
                                    </p:set>
                                    <p:anim calcmode="discrete" valueType="clr">
                                      <p:cBhvr override="childStyle">
                                        <p:cTn id="36" dur="80"/>
                                        <p:tgtEl>
                                          <p:spTgt spid="3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7" dur="80"/>
                                        <p:tgtEl>
                                          <p:spTgt spid="35">
                                            <p:txEl>
                                              <p:pRg st="0" end="0"/>
                                            </p:txEl>
                                          </p:spTgt>
                                        </p:tgtEl>
                                        <p:attrNameLst>
                                          <p:attrName>fillcolor</p:attrName>
                                        </p:attrNameLst>
                                      </p:cBhvr>
                                      <p:tavLst>
                                        <p:tav tm="0">
                                          <p:val>
                                            <p:clrVal>
                                              <a:schemeClr val="accent2"/>
                                            </p:clrVal>
                                          </p:val>
                                        </p:tav>
                                        <p:tav tm="50000">
                                          <p:val>
                                            <p:clrVal>
                                              <a:schemeClr val="hlink"/>
                                            </p:clrVal>
                                          </p:val>
                                        </p:tav>
                                      </p:tavLst>
                                    </p:anim>
                                    <p:set>
                                      <p:cBhvr>
                                        <p:cTn id="38" dur="80"/>
                                        <p:tgtEl>
                                          <p:spTgt spid="35">
                                            <p:txEl>
                                              <p:pRg st="0" end="0"/>
                                            </p:txEl>
                                          </p:spTgt>
                                        </p:tgtEl>
                                        <p:attrNameLst>
                                          <p:attrName>fill.type</p:attrName>
                                        </p:attrNameLst>
                                      </p:cBhvr>
                                      <p:to>
                                        <p:strVal val="solid"/>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wipe(left)">
                                      <p:cBhvr>
                                        <p:cTn id="43" dur="500"/>
                                        <p:tgtEl>
                                          <p:spTgt spid="37"/>
                                        </p:tgtEl>
                                      </p:cBhvr>
                                    </p:animEffect>
                                  </p:childTnLst>
                                </p:cTn>
                              </p:par>
                              <p:par>
                                <p:cTn id="44" presetID="27" presetClass="entr" presetSubtype="0" fill="hold" nodeType="withEffect">
                                  <p:stCondLst>
                                    <p:cond delay="0"/>
                                  </p:stCondLst>
                                  <p:iterate type="lt">
                                    <p:tmPct val="50000"/>
                                  </p:iterate>
                                  <p:childTnLst>
                                    <p:set>
                                      <p:cBhvr>
                                        <p:cTn id="45" dur="1" fill="hold">
                                          <p:stCondLst>
                                            <p:cond delay="0"/>
                                          </p:stCondLst>
                                        </p:cTn>
                                        <p:tgtEl>
                                          <p:spTgt spid="50">
                                            <p:txEl>
                                              <p:pRg st="0" end="0"/>
                                            </p:txEl>
                                          </p:spTgt>
                                        </p:tgtEl>
                                        <p:attrNameLst>
                                          <p:attrName>style.visibility</p:attrName>
                                        </p:attrNameLst>
                                      </p:cBhvr>
                                      <p:to>
                                        <p:strVal val="visible"/>
                                      </p:to>
                                    </p:set>
                                    <p:anim calcmode="discrete" valueType="clr">
                                      <p:cBhvr override="childStyle">
                                        <p:cTn id="46" dur="80"/>
                                        <p:tgtEl>
                                          <p:spTgt spid="50">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7" dur="80"/>
                                        <p:tgtEl>
                                          <p:spTgt spid="50">
                                            <p:txEl>
                                              <p:pRg st="0" end="0"/>
                                            </p:txEl>
                                          </p:spTgt>
                                        </p:tgtEl>
                                        <p:attrNameLst>
                                          <p:attrName>fillcolor</p:attrName>
                                        </p:attrNameLst>
                                      </p:cBhvr>
                                      <p:tavLst>
                                        <p:tav tm="0">
                                          <p:val>
                                            <p:clrVal>
                                              <a:schemeClr val="accent2"/>
                                            </p:clrVal>
                                          </p:val>
                                        </p:tav>
                                        <p:tav tm="50000">
                                          <p:val>
                                            <p:clrVal>
                                              <a:schemeClr val="hlink"/>
                                            </p:clrVal>
                                          </p:val>
                                        </p:tav>
                                      </p:tavLst>
                                    </p:anim>
                                    <p:set>
                                      <p:cBhvr>
                                        <p:cTn id="48" dur="80"/>
                                        <p:tgtEl>
                                          <p:spTgt spid="50">
                                            <p:txEl>
                                              <p:pRg st="0" end="0"/>
                                            </p:txEl>
                                          </p:spTgt>
                                        </p:tgtEl>
                                        <p:attrNameLst>
                                          <p:attrName>fill.type</p:attrName>
                                        </p:attrNameLst>
                                      </p:cBhvr>
                                      <p:to>
                                        <p:strVal val="solid"/>
                                      </p:to>
                                    </p:set>
                                  </p:childTnLst>
                                </p:cTn>
                              </p:par>
                            </p:childTnLst>
                          </p:cTn>
                        </p:par>
                        <p:par>
                          <p:cTn id="49" fill="hold">
                            <p:stCondLst>
                              <p:cond delay="500"/>
                            </p:stCondLst>
                            <p:childTnLst>
                              <p:par>
                                <p:cTn id="50" presetID="27" presetClass="entr" presetSubtype="0" fill="hold" nodeType="afterEffect">
                                  <p:stCondLst>
                                    <p:cond delay="0"/>
                                  </p:stCondLst>
                                  <p:iterate type="lt">
                                    <p:tmPct val="50000"/>
                                  </p:iterate>
                                  <p:childTnLst>
                                    <p:set>
                                      <p:cBhvr>
                                        <p:cTn id="51" dur="1" fill="hold">
                                          <p:stCondLst>
                                            <p:cond delay="0"/>
                                          </p:stCondLst>
                                        </p:cTn>
                                        <p:tgtEl>
                                          <p:spTgt spid="50">
                                            <p:txEl>
                                              <p:pRg st="1" end="1"/>
                                            </p:txEl>
                                          </p:spTgt>
                                        </p:tgtEl>
                                        <p:attrNameLst>
                                          <p:attrName>style.visibility</p:attrName>
                                        </p:attrNameLst>
                                      </p:cBhvr>
                                      <p:to>
                                        <p:strVal val="visible"/>
                                      </p:to>
                                    </p:set>
                                    <p:anim calcmode="discrete" valueType="clr">
                                      <p:cBhvr override="childStyle">
                                        <p:cTn id="52" dur="80"/>
                                        <p:tgtEl>
                                          <p:spTgt spid="50">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3" dur="80"/>
                                        <p:tgtEl>
                                          <p:spTgt spid="50">
                                            <p:txEl>
                                              <p:pRg st="1" end="1"/>
                                            </p:txEl>
                                          </p:spTgt>
                                        </p:tgtEl>
                                        <p:attrNameLst>
                                          <p:attrName>fillcolor</p:attrName>
                                        </p:attrNameLst>
                                      </p:cBhvr>
                                      <p:tavLst>
                                        <p:tav tm="0">
                                          <p:val>
                                            <p:clrVal>
                                              <a:schemeClr val="accent2"/>
                                            </p:clrVal>
                                          </p:val>
                                        </p:tav>
                                        <p:tav tm="50000">
                                          <p:val>
                                            <p:clrVal>
                                              <a:schemeClr val="hlink"/>
                                            </p:clrVal>
                                          </p:val>
                                        </p:tav>
                                      </p:tavLst>
                                    </p:anim>
                                    <p:set>
                                      <p:cBhvr>
                                        <p:cTn id="54" dur="80"/>
                                        <p:tgtEl>
                                          <p:spTgt spid="50">
                                            <p:txEl>
                                              <p:pRg st="1" end="1"/>
                                            </p:txEl>
                                          </p:spTgt>
                                        </p:tgtEl>
                                        <p:attrNameLst>
                                          <p:attrName>fill.type</p:attrName>
                                        </p:attrNameLst>
                                      </p:cBhvr>
                                      <p:to>
                                        <p:strVal val="solid"/>
                                      </p:to>
                                    </p:set>
                                  </p:childTnLst>
                                </p:cTn>
                              </p:par>
                              <p:par>
                                <p:cTn id="55" presetID="27" presetClass="entr" presetSubtype="0" fill="hold" nodeType="withEffect">
                                  <p:stCondLst>
                                    <p:cond delay="0"/>
                                  </p:stCondLst>
                                  <p:iterate type="lt">
                                    <p:tmPct val="50000"/>
                                  </p:iterate>
                                  <p:childTnLst>
                                    <p:set>
                                      <p:cBhvr>
                                        <p:cTn id="56" dur="1" fill="hold">
                                          <p:stCondLst>
                                            <p:cond delay="0"/>
                                          </p:stCondLst>
                                        </p:cTn>
                                        <p:tgtEl>
                                          <p:spTgt spid="49">
                                            <p:txEl>
                                              <p:pRg st="0" end="0"/>
                                            </p:txEl>
                                          </p:spTgt>
                                        </p:tgtEl>
                                        <p:attrNameLst>
                                          <p:attrName>style.visibility</p:attrName>
                                        </p:attrNameLst>
                                      </p:cBhvr>
                                      <p:to>
                                        <p:strVal val="visible"/>
                                      </p:to>
                                    </p:set>
                                    <p:anim calcmode="discrete" valueType="clr">
                                      <p:cBhvr override="childStyle">
                                        <p:cTn id="57" dur="80"/>
                                        <p:tgtEl>
                                          <p:spTgt spid="49">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8" dur="80"/>
                                        <p:tgtEl>
                                          <p:spTgt spid="49">
                                            <p:txEl>
                                              <p:pRg st="0" end="0"/>
                                            </p:txEl>
                                          </p:spTgt>
                                        </p:tgtEl>
                                        <p:attrNameLst>
                                          <p:attrName>fillcolor</p:attrName>
                                        </p:attrNameLst>
                                      </p:cBhvr>
                                      <p:tavLst>
                                        <p:tav tm="0">
                                          <p:val>
                                            <p:clrVal>
                                              <a:schemeClr val="accent2"/>
                                            </p:clrVal>
                                          </p:val>
                                        </p:tav>
                                        <p:tav tm="50000">
                                          <p:val>
                                            <p:clrVal>
                                              <a:schemeClr val="hlink"/>
                                            </p:clrVal>
                                          </p:val>
                                        </p:tav>
                                      </p:tavLst>
                                    </p:anim>
                                    <p:set>
                                      <p:cBhvr>
                                        <p:cTn id="59" dur="80"/>
                                        <p:tgtEl>
                                          <p:spTgt spid="49">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4ED"/>
        </a:solidFill>
        <a:effectLst/>
      </p:bgPr>
    </p:bg>
    <p:spTree>
      <p:nvGrpSpPr>
        <p:cNvPr id="1" name=""/>
        <p:cNvGrpSpPr/>
        <p:nvPr/>
      </p:nvGrpSpPr>
      <p:grpSpPr>
        <a:xfrm>
          <a:off x="0" y="0"/>
          <a:ext cx="0" cy="0"/>
          <a:chOff x="0" y="0"/>
          <a:chExt cx="0" cy="0"/>
        </a:xfrm>
      </p:grpSpPr>
      <p:pic>
        <p:nvPicPr>
          <p:cNvPr id="12" name="图片 11" descr="3"/>
          <p:cNvPicPr>
            <a:picLocks noChangeAspect="1"/>
          </p:cNvPicPr>
          <p:nvPr/>
        </p:nvPicPr>
        <p:blipFill>
          <a:blip r:embed="rId1"/>
          <a:stretch>
            <a:fillRect/>
          </a:stretch>
        </p:blipFill>
        <p:spPr>
          <a:xfrm>
            <a:off x="0" y="-38100"/>
            <a:ext cx="18388330" cy="10343515"/>
          </a:xfrm>
          <a:prstGeom prst="rect">
            <a:avLst/>
          </a:prstGeom>
        </p:spPr>
      </p:pic>
      <p:sp>
        <p:nvSpPr>
          <p:cNvPr id="2" name="Freeform 2"/>
          <p:cNvSpPr/>
          <p:nvPr/>
        </p:nvSpPr>
        <p:spPr>
          <a:xfrm>
            <a:off x="5997338" y="4990168"/>
            <a:ext cx="11261962" cy="321942"/>
          </a:xfrm>
          <a:custGeom>
            <a:avLst/>
            <a:gdLst/>
            <a:ahLst/>
            <a:cxnLst/>
            <a:rect l="l" t="t" r="r" b="b"/>
            <a:pathLst>
              <a:path w="11261962" h="321942">
                <a:moveTo>
                  <a:pt x="0" y="0"/>
                </a:moveTo>
                <a:lnTo>
                  <a:pt x="11261962" y="0"/>
                </a:lnTo>
                <a:lnTo>
                  <a:pt x="11261962" y="321942"/>
                </a:lnTo>
                <a:lnTo>
                  <a:pt x="0" y="321942"/>
                </a:lnTo>
                <a:lnTo>
                  <a:pt x="0" y="0"/>
                </a:lnTo>
                <a:close/>
              </a:path>
            </a:pathLst>
          </a:custGeom>
          <a:blipFill>
            <a:blip r:embed="rId2"/>
            <a:stretch>
              <a:fillRect r="-4711" b="-2340425"/>
            </a:stretch>
          </a:blipFill>
        </p:spPr>
      </p:sp>
      <p:grpSp>
        <p:nvGrpSpPr>
          <p:cNvPr id="3" name="Group 3"/>
          <p:cNvGrpSpPr/>
          <p:nvPr/>
        </p:nvGrpSpPr>
        <p:grpSpPr>
          <a:xfrm rot="0">
            <a:off x="0" y="0"/>
            <a:ext cx="5671783" cy="10287000"/>
            <a:chOff x="0" y="0"/>
            <a:chExt cx="1493803" cy="2709333"/>
          </a:xfrm>
        </p:grpSpPr>
        <p:sp>
          <p:nvSpPr>
            <p:cNvPr id="4" name="Freeform 4"/>
            <p:cNvSpPr/>
            <p:nvPr/>
          </p:nvSpPr>
          <p:spPr>
            <a:xfrm>
              <a:off x="0" y="0"/>
              <a:ext cx="1493803" cy="2709333"/>
            </a:xfrm>
            <a:custGeom>
              <a:avLst/>
              <a:gdLst/>
              <a:ahLst/>
              <a:cxnLst/>
              <a:rect l="l" t="t" r="r" b="b"/>
              <a:pathLst>
                <a:path w="1493803" h="2709333">
                  <a:moveTo>
                    <a:pt x="0" y="0"/>
                  </a:moveTo>
                  <a:lnTo>
                    <a:pt x="1493803" y="0"/>
                  </a:lnTo>
                  <a:lnTo>
                    <a:pt x="1493803" y="2709333"/>
                  </a:lnTo>
                  <a:lnTo>
                    <a:pt x="0" y="2709333"/>
                  </a:lnTo>
                  <a:close/>
                </a:path>
              </a:pathLst>
            </a:custGeom>
            <a:solidFill>
              <a:srgbClr val="ED9B7F"/>
            </a:solidFill>
          </p:spPr>
        </p:sp>
        <p:sp>
          <p:nvSpPr>
            <p:cNvPr id="5" name="TextBox 5"/>
            <p:cNvSpPr txBox="1"/>
            <p:nvPr/>
          </p:nvSpPr>
          <p:spPr>
            <a:xfrm>
              <a:off x="0" y="-47625"/>
              <a:ext cx="1493803" cy="2756958"/>
            </a:xfrm>
            <a:prstGeom prst="rect">
              <a:avLst/>
            </a:prstGeom>
          </p:spPr>
          <p:txBody>
            <a:bodyPr lIns="50800" tIns="50800" rIns="50800" bIns="50800" rtlCol="0" anchor="ctr"/>
            <a:lstStyle/>
            <a:p>
              <a:pPr algn="ctr">
                <a:lnSpc>
                  <a:spcPts val="3210"/>
                </a:lnSpc>
              </a:pPr>
            </a:p>
          </p:txBody>
        </p:sp>
      </p:grpSp>
      <p:sp>
        <p:nvSpPr>
          <p:cNvPr id="11" name="Freeform 11"/>
          <p:cNvSpPr/>
          <p:nvPr/>
        </p:nvSpPr>
        <p:spPr>
          <a:xfrm>
            <a:off x="-68580" y="-17780"/>
            <a:ext cx="5481320" cy="10332085"/>
          </a:xfrm>
          <a:custGeom>
            <a:avLst/>
            <a:gdLst>
              <a:gd name="connsiteX0" fmla="*/ 0 w 8548"/>
              <a:gd name="connsiteY0" fmla="*/ 26 h 16228"/>
              <a:gd name="connsiteX1" fmla="*/ 8548 w 8548"/>
              <a:gd name="connsiteY1" fmla="*/ 0 h 16228"/>
              <a:gd name="connsiteX2" fmla="*/ 8548 w 8548"/>
              <a:gd name="connsiteY2" fmla="*/ 16228 h 16228"/>
              <a:gd name="connsiteX3" fmla="*/ 123 w 8548"/>
              <a:gd name="connsiteY3" fmla="*/ 16125 h 16228"/>
              <a:gd name="connsiteX4" fmla="*/ 0 w 8548"/>
              <a:gd name="connsiteY4" fmla="*/ 26 h 162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48" h="16228">
                <a:moveTo>
                  <a:pt x="0" y="26"/>
                </a:moveTo>
                <a:lnTo>
                  <a:pt x="8548" y="0"/>
                </a:lnTo>
                <a:lnTo>
                  <a:pt x="8548" y="16228"/>
                </a:lnTo>
                <a:lnTo>
                  <a:pt x="123" y="16125"/>
                </a:lnTo>
                <a:lnTo>
                  <a:pt x="0" y="26"/>
                </a:lnTo>
                <a:close/>
              </a:path>
            </a:pathLst>
          </a:custGeom>
          <a:blipFill>
            <a:blip r:embed="rId3"/>
            <a:stretch>
              <a:fillRect r="-59693"/>
            </a:stretch>
          </a:blipFill>
        </p:spPr>
      </p:sp>
      <p:sp>
        <p:nvSpPr>
          <p:cNvPr id="8" name="TextBox 7"/>
          <p:cNvSpPr txBox="1"/>
          <p:nvPr/>
        </p:nvSpPr>
        <p:spPr>
          <a:xfrm>
            <a:off x="7115175" y="3014980"/>
            <a:ext cx="11856085" cy="1743075"/>
          </a:xfrm>
          <a:prstGeom prst="rect">
            <a:avLst/>
          </a:prstGeom>
        </p:spPr>
        <p:txBody>
          <a:bodyPr wrap="square" lIns="0" tIns="0" rIns="0" bIns="0" rtlCol="0" anchor="t">
            <a:spAutoFit/>
          </a:bodyPr>
          <a:p>
            <a:pPr algn="l">
              <a:lnSpc>
                <a:spcPts val="13595"/>
              </a:lnSpc>
            </a:pPr>
            <a:r>
              <a:rPr lang="en-US" sz="9710" spc="1932">
                <a:solidFill>
                  <a:srgbClr val="34455F"/>
                </a:solidFill>
                <a:ea typeface="胡晓波男神体" panose="02010600030101010101" charset="-122"/>
                <a:sym typeface="+mn-ea"/>
              </a:rPr>
              <a:t>My usage</a:t>
            </a:r>
            <a:endParaRPr lang="en-US" sz="9710" spc="1932">
              <a:solidFill>
                <a:srgbClr val="34455F"/>
              </a:solidFill>
              <a:ea typeface="胡晓波男神体" panose="02010600030101010101" charset="-122"/>
            </a:endParaRPr>
          </a:p>
        </p:txBody>
      </p:sp>
      <p:sp>
        <p:nvSpPr>
          <p:cNvPr id="9" name="TextBox 8"/>
          <p:cNvSpPr txBox="1"/>
          <p:nvPr/>
        </p:nvSpPr>
        <p:spPr>
          <a:xfrm>
            <a:off x="7966566" y="5588335"/>
            <a:ext cx="8041413" cy="753745"/>
          </a:xfrm>
          <a:prstGeom prst="rect">
            <a:avLst/>
          </a:prstGeom>
        </p:spPr>
        <p:txBody>
          <a:bodyPr lIns="0" tIns="0" rIns="0" bIns="0" rtlCol="0" anchor="t">
            <a:spAutoFit/>
          </a:bodyPr>
          <a:p>
            <a:pPr algn="ctr">
              <a:lnSpc>
                <a:spcPts val="2940"/>
              </a:lnSpc>
            </a:pPr>
            <a:r>
              <a:rPr sz="2100">
                <a:solidFill>
                  <a:srgbClr val="34455F">
                    <a:alpha val="64706"/>
                  </a:srgbClr>
                </a:solidFill>
                <a:ea typeface="思源黑体 1 Extra-Light" panose="020B0300000000000000" charset="-122"/>
              </a:rPr>
              <a:t>X-rays are used to detect fractures, tumors, infections, and monitor the health of bones and organs.</a:t>
            </a:r>
            <a:endParaRPr sz="2100">
              <a:solidFill>
                <a:srgbClr val="34455F">
                  <a:alpha val="64706"/>
                </a:srgbClr>
              </a:solidFill>
              <a:ea typeface="思源黑体 1 Extra-Light" panose="020B0300000000000000" charset="-122"/>
            </a:endParaRPr>
          </a:p>
        </p:txBody>
      </p:sp>
      <p:sp>
        <p:nvSpPr>
          <p:cNvPr id="13" name="TextBox 7"/>
          <p:cNvSpPr txBox="1"/>
          <p:nvPr/>
        </p:nvSpPr>
        <p:spPr>
          <a:xfrm>
            <a:off x="5817870" y="2933700"/>
            <a:ext cx="1297305" cy="1743075"/>
          </a:xfrm>
          <a:prstGeom prst="rect">
            <a:avLst/>
          </a:prstGeom>
        </p:spPr>
        <p:txBody>
          <a:bodyPr wrap="square" lIns="0" tIns="0" rIns="0" bIns="0" rtlCol="0" anchor="t">
            <a:spAutoFit/>
          </a:bodyPr>
          <a:p>
            <a:pPr algn="l">
              <a:lnSpc>
                <a:spcPts val="13595"/>
              </a:lnSpc>
            </a:pPr>
            <a:r>
              <a:rPr lang="zh-CN" altLang="en-US" sz="9500" b="1" spc="1932">
                <a:solidFill>
                  <a:srgbClr val="885850"/>
                </a:solidFill>
                <a:latin typeface="黑体" panose="02010609060101010101" charset="-122"/>
                <a:ea typeface="黑体" panose="02010609060101010101" charset="-122"/>
              </a:rPr>
              <a:t>③</a:t>
            </a:r>
            <a:endParaRPr lang="zh-CN" altLang="en-US" sz="9500" b="1" spc="1932">
              <a:solidFill>
                <a:srgbClr val="885850"/>
              </a:solidFill>
              <a:latin typeface="黑体" panose="02010609060101010101" charset="-122"/>
              <a:ea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750">
        <p:newsflash/>
      </p:transition>
    </mc:Choice>
    <mc:Fallback>
      <p:transition spd="med">
        <p:newsfla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27" presetClass="entr" presetSubtype="0" fill="hold" nodeType="withEffect">
                                  <p:stCondLst>
                                    <p:cond delay="0"/>
                                  </p:stCondLst>
                                  <p:iterate type="lt">
                                    <p:tmPct val="50000"/>
                                  </p:iterate>
                                  <p:childTnLst>
                                    <p:set>
                                      <p:cBhvr>
                                        <p:cTn id="9" dur="1" fill="hold">
                                          <p:stCondLst>
                                            <p:cond delay="0"/>
                                          </p:stCondLst>
                                        </p:cTn>
                                        <p:tgtEl>
                                          <p:spTgt spid="9">
                                            <p:txEl>
                                              <p:pRg st="0" end="0"/>
                                            </p:txEl>
                                          </p:spTgt>
                                        </p:tgtEl>
                                        <p:attrNameLst>
                                          <p:attrName>style.visibility</p:attrName>
                                        </p:attrNameLst>
                                      </p:cBhvr>
                                      <p:to>
                                        <p:strVal val="visible"/>
                                      </p:to>
                                    </p:set>
                                    <p:anim calcmode="discrete" valueType="clr">
                                      <p:cBhvr override="childStyle">
                                        <p:cTn id="10" dur="80"/>
                                        <p:tgtEl>
                                          <p:spTgt spid="9">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1" dur="80"/>
                                        <p:tgtEl>
                                          <p:spTgt spid="9">
                                            <p:txEl>
                                              <p:pRg st="0" end="0"/>
                                            </p:txEl>
                                          </p:spTgt>
                                        </p:tgtEl>
                                        <p:attrNameLst>
                                          <p:attrName>fillcolor</p:attrName>
                                        </p:attrNameLst>
                                      </p:cBhvr>
                                      <p:tavLst>
                                        <p:tav tm="0">
                                          <p:val>
                                            <p:clrVal>
                                              <a:schemeClr val="accent2"/>
                                            </p:clrVal>
                                          </p:val>
                                        </p:tav>
                                        <p:tav tm="50000">
                                          <p:val>
                                            <p:clrVal>
                                              <a:schemeClr val="hlink"/>
                                            </p:clrVal>
                                          </p:val>
                                        </p:tav>
                                      </p:tavLst>
                                    </p:anim>
                                    <p:set>
                                      <p:cBhvr>
                                        <p:cTn id="12" dur="80"/>
                                        <p:tgtEl>
                                          <p:spTgt spid="9">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4ED"/>
        </a:solidFill>
        <a:effectLst/>
      </p:bgPr>
    </p:bg>
    <p:spTree>
      <p:nvGrpSpPr>
        <p:cNvPr id="1" name=""/>
        <p:cNvGrpSpPr/>
        <p:nvPr/>
      </p:nvGrpSpPr>
      <p:grpSpPr>
        <a:xfrm>
          <a:off x="0" y="0"/>
          <a:ext cx="0" cy="0"/>
          <a:chOff x="0" y="0"/>
          <a:chExt cx="0" cy="0"/>
        </a:xfrm>
      </p:grpSpPr>
      <p:pic>
        <p:nvPicPr>
          <p:cNvPr id="36" name="图片 35" descr="3。。"/>
          <p:cNvPicPr>
            <a:picLocks noChangeAspect="1"/>
          </p:cNvPicPr>
          <p:nvPr/>
        </p:nvPicPr>
        <p:blipFill>
          <a:blip r:embed="rId1"/>
          <a:stretch>
            <a:fillRect/>
          </a:stretch>
        </p:blipFill>
        <p:spPr>
          <a:xfrm>
            <a:off x="-18415" y="-38100"/>
            <a:ext cx="18317210" cy="10303510"/>
          </a:xfrm>
          <a:prstGeom prst="rect">
            <a:avLst/>
          </a:prstGeom>
        </p:spPr>
      </p:pic>
      <p:grpSp>
        <p:nvGrpSpPr>
          <p:cNvPr id="2" name="Group 2"/>
          <p:cNvGrpSpPr/>
          <p:nvPr/>
        </p:nvGrpSpPr>
        <p:grpSpPr>
          <a:xfrm rot="0">
            <a:off x="2067107" y="4353285"/>
            <a:ext cx="4587983" cy="4251548"/>
            <a:chOff x="0" y="0"/>
            <a:chExt cx="6117310" cy="5668730"/>
          </a:xfrm>
        </p:grpSpPr>
        <p:pic>
          <p:nvPicPr>
            <p:cNvPr id="3" name="Picture 3"/>
            <p:cNvPicPr>
              <a:picLocks noChangeAspect="1"/>
            </p:cNvPicPr>
            <p:nvPr/>
          </p:nvPicPr>
          <p:blipFill>
            <a:blip r:embed="rId2"/>
            <a:srcRect l="14028" r="14028"/>
            <a:stretch>
              <a:fillRect/>
            </a:stretch>
          </p:blipFill>
          <p:spPr>
            <a:xfrm>
              <a:off x="0" y="0"/>
              <a:ext cx="6117310" cy="5668730"/>
            </a:xfrm>
            <a:prstGeom prst="rect">
              <a:avLst/>
            </a:prstGeom>
          </p:spPr>
        </p:pic>
      </p:grpSp>
      <p:sp>
        <p:nvSpPr>
          <p:cNvPr id="6" name="TextBox 6"/>
          <p:cNvSpPr txBox="1"/>
          <p:nvPr/>
        </p:nvSpPr>
        <p:spPr>
          <a:xfrm>
            <a:off x="2067107" y="2155760"/>
            <a:ext cx="14153785" cy="645795"/>
          </a:xfrm>
          <a:prstGeom prst="rect">
            <a:avLst/>
          </a:prstGeom>
        </p:spPr>
        <p:txBody>
          <a:bodyPr lIns="0" tIns="0" rIns="0" bIns="0" rtlCol="0" anchor="t">
            <a:spAutoFit/>
          </a:bodyPr>
          <a:lstStyle/>
          <a:p>
            <a:pPr algn="l">
              <a:lnSpc>
                <a:spcPts val="5040"/>
              </a:lnSpc>
            </a:pPr>
            <a:r>
              <a:rPr lang="en-US" sz="3600">
                <a:solidFill>
                  <a:srgbClr val="34455F"/>
                </a:solidFill>
                <a:ea typeface="胡晓波男神体" panose="02010600030101010101" charset="-122"/>
                <a:sym typeface="+mn-ea"/>
              </a:rPr>
              <a:t>CT Scans: Enhancing X-Ray Imaging for Detailed Diagnosis</a:t>
            </a:r>
            <a:endParaRPr lang="en-US" sz="3600">
              <a:solidFill>
                <a:srgbClr val="34455F"/>
              </a:solidFill>
              <a:ea typeface="胡晓波男神体" panose="02010600030101010101" charset="-122"/>
            </a:endParaRPr>
          </a:p>
        </p:txBody>
      </p:sp>
      <p:sp>
        <p:nvSpPr>
          <p:cNvPr id="7" name="TextBox 7"/>
          <p:cNvSpPr txBox="1"/>
          <p:nvPr/>
        </p:nvSpPr>
        <p:spPr>
          <a:xfrm>
            <a:off x="2066925" y="2971165"/>
            <a:ext cx="12043410" cy="692150"/>
          </a:xfrm>
          <a:prstGeom prst="rect">
            <a:avLst/>
          </a:prstGeom>
        </p:spPr>
        <p:txBody>
          <a:bodyPr wrap="square" lIns="0" tIns="0" rIns="0" bIns="0" rtlCol="0" anchor="t">
            <a:spAutoFit/>
          </a:bodyPr>
          <a:lstStyle/>
          <a:p>
            <a:pPr algn="l">
              <a:lnSpc>
                <a:spcPts val="2700"/>
              </a:lnSpc>
            </a:pPr>
            <a:r>
              <a:rPr lang="en-US" sz="1800">
                <a:solidFill>
                  <a:srgbClr val="737373"/>
                </a:solidFill>
                <a:ea typeface="思源黑体 1" panose="020B0500000000000000" charset="-122"/>
              </a:rPr>
              <a:t>The emergence of CT technology, which utilizes computer technology to record, process, store, and present the results obtained from scans, has enabled the images I produce to be presented more accurately and efficiently.</a:t>
            </a:r>
            <a:endParaRPr lang="en-US" sz="1800">
              <a:solidFill>
                <a:srgbClr val="737373"/>
              </a:solidFill>
              <a:ea typeface="思源黑体 1" panose="020B0500000000000000" charset="-122"/>
            </a:endParaRPr>
          </a:p>
        </p:txBody>
      </p:sp>
      <p:sp>
        <p:nvSpPr>
          <p:cNvPr id="15" name="TextBox 15"/>
          <p:cNvSpPr txBox="1"/>
          <p:nvPr/>
        </p:nvSpPr>
        <p:spPr>
          <a:xfrm>
            <a:off x="1028700" y="485775"/>
            <a:ext cx="9658985" cy="717550"/>
          </a:xfrm>
          <a:prstGeom prst="rect">
            <a:avLst/>
          </a:prstGeom>
        </p:spPr>
        <p:txBody>
          <a:bodyPr lIns="0" tIns="0" rIns="0" bIns="0" rtlCol="0" anchor="t">
            <a:spAutoFit/>
          </a:bodyPr>
          <a:lstStyle/>
          <a:p>
            <a:pPr algn="l">
              <a:lnSpc>
                <a:spcPts val="5600"/>
              </a:lnSpc>
            </a:pPr>
            <a:r>
              <a:rPr lang="en-US" sz="4000" spc="796">
                <a:solidFill>
                  <a:srgbClr val="34455F"/>
                </a:solidFill>
                <a:ea typeface="胡晓波男神体" panose="02010600030101010101" charset="-122"/>
              </a:rPr>
              <a:t>My usage: CT</a:t>
            </a:r>
            <a:endParaRPr lang="en-US" sz="4000" spc="796">
              <a:solidFill>
                <a:srgbClr val="34455F"/>
              </a:solidFill>
              <a:ea typeface="胡晓波男神体" panose="02010600030101010101" charset="-122"/>
            </a:endParaRPr>
          </a:p>
        </p:txBody>
      </p:sp>
      <p:pic>
        <p:nvPicPr>
          <p:cNvPr id="24" name="图片 23" descr="校徽 嘉庚体校名带英文"/>
          <p:cNvPicPr>
            <a:picLocks noChangeAspect="1"/>
          </p:cNvPicPr>
          <p:nvPr/>
        </p:nvPicPr>
        <p:blipFill>
          <a:blip r:embed="rId3"/>
          <a:stretch>
            <a:fillRect/>
          </a:stretch>
        </p:blipFill>
        <p:spPr>
          <a:xfrm>
            <a:off x="14859000" y="342900"/>
            <a:ext cx="3336925" cy="927735"/>
          </a:xfrm>
          <a:prstGeom prst="rect">
            <a:avLst/>
          </a:prstGeom>
        </p:spPr>
      </p:pic>
      <p:pic>
        <p:nvPicPr>
          <p:cNvPr id="11" name="图片 10"/>
          <p:cNvPicPr/>
          <p:nvPr/>
        </p:nvPicPr>
        <p:blipFill>
          <a:blip r:embed="rId4"/>
          <a:stretch>
            <a:fillRect/>
          </a:stretch>
        </p:blipFill>
        <p:spPr>
          <a:xfrm>
            <a:off x="8915400" y="3086100"/>
            <a:ext cx="6750050" cy="61436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dir="in"/>
      </p:transition>
    </mc:Choice>
    <mc:Fallback>
      <p:transition spd="slow">
        <p:split orient="vert" dir="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500" fill="hold">
                                          <p:stCondLst>
                                            <p:cond delay="0"/>
                                          </p:stCondLst>
                                        </p:cTn>
                                        <p:tgtEl>
                                          <p:spTgt spid="6"/>
                                        </p:tgtEl>
                                        <p:attrNameLst>
                                          <p:attrName>style.visibility</p:attrName>
                                        </p:attrNameLst>
                                      </p:cBhvr>
                                      <p:to>
                                        <p:strVal val="visible"/>
                                      </p:to>
                                    </p:set>
                                    <p:animEffect transition="in" filter="wheel(1)">
                                      <p:cBhvr>
                                        <p:cTn id="7" dur="500"/>
                                        <p:tgtEl>
                                          <p:spTgt spid="6"/>
                                        </p:tgtEl>
                                      </p:cBhvr>
                                    </p:animEffect>
                                  </p:childTnLst>
                                </p:cTn>
                              </p:par>
                              <p:par>
                                <p:cTn id="8" presetID="27" presetClass="entr" presetSubtype="0" fill="hold" nodeType="withEffect">
                                  <p:stCondLst>
                                    <p:cond delay="0"/>
                                  </p:stCondLst>
                                  <p:iterate type="lt">
                                    <p:tmPct val="50000"/>
                                  </p:iterate>
                                  <p:childTnLst>
                                    <p:set>
                                      <p:cBhvr>
                                        <p:cTn id="9" dur="1" fill="hold">
                                          <p:stCondLst>
                                            <p:cond delay="0"/>
                                          </p:stCondLst>
                                        </p:cTn>
                                        <p:tgtEl>
                                          <p:spTgt spid="7">
                                            <p:txEl>
                                              <p:pRg st="0" end="0"/>
                                            </p:txEl>
                                          </p:spTgt>
                                        </p:tgtEl>
                                        <p:attrNameLst>
                                          <p:attrName>style.visibility</p:attrName>
                                        </p:attrNameLst>
                                      </p:cBhvr>
                                      <p:to>
                                        <p:strVal val="visible"/>
                                      </p:to>
                                    </p:set>
                                    <p:anim calcmode="discrete" valueType="clr">
                                      <p:cBhvr override="childStyle">
                                        <p:cTn id="10" dur="80"/>
                                        <p:tgtEl>
                                          <p:spTgt spid="7">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1" dur="80"/>
                                        <p:tgtEl>
                                          <p:spTgt spid="7">
                                            <p:txEl>
                                              <p:pRg st="0" end="0"/>
                                            </p:txEl>
                                          </p:spTgt>
                                        </p:tgtEl>
                                        <p:attrNameLst>
                                          <p:attrName>fillcolor</p:attrName>
                                        </p:attrNameLst>
                                      </p:cBhvr>
                                      <p:tavLst>
                                        <p:tav tm="0">
                                          <p:val>
                                            <p:clrVal>
                                              <a:schemeClr val="accent2"/>
                                            </p:clrVal>
                                          </p:val>
                                        </p:tav>
                                        <p:tav tm="50000">
                                          <p:val>
                                            <p:clrVal>
                                              <a:schemeClr val="hlink"/>
                                            </p:clrVal>
                                          </p:val>
                                        </p:tav>
                                      </p:tavLst>
                                    </p:anim>
                                    <p:set>
                                      <p:cBhvr>
                                        <p:cTn id="12" dur="80"/>
                                        <p:tgtEl>
                                          <p:spTgt spid="7">
                                            <p:txEl>
                                              <p:pRg st="0" end="0"/>
                                            </p:txEl>
                                          </p:spTgt>
                                        </p:tgtEl>
                                        <p:attrNameLst>
                                          <p:attrName>fill.type</p:attrName>
                                        </p:attrNameLst>
                                      </p:cBhvr>
                                      <p:to>
                                        <p:strVal val="solid"/>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4ED"/>
        </a:solidFill>
        <a:effectLst/>
      </p:bgPr>
    </p:bg>
    <p:spTree>
      <p:nvGrpSpPr>
        <p:cNvPr id="1" name=""/>
        <p:cNvGrpSpPr/>
        <p:nvPr/>
      </p:nvGrpSpPr>
      <p:grpSpPr>
        <a:xfrm>
          <a:off x="0" y="0"/>
          <a:ext cx="0" cy="0"/>
          <a:chOff x="0" y="0"/>
          <a:chExt cx="0" cy="0"/>
        </a:xfrm>
      </p:grpSpPr>
      <p:pic>
        <p:nvPicPr>
          <p:cNvPr id="36" name="图片 35" descr="3。。"/>
          <p:cNvPicPr>
            <a:picLocks noChangeAspect="1"/>
          </p:cNvPicPr>
          <p:nvPr/>
        </p:nvPicPr>
        <p:blipFill>
          <a:blip r:embed="rId1"/>
          <a:stretch>
            <a:fillRect/>
          </a:stretch>
        </p:blipFill>
        <p:spPr>
          <a:xfrm>
            <a:off x="-18415" y="-38100"/>
            <a:ext cx="18317210" cy="10303510"/>
          </a:xfrm>
          <a:prstGeom prst="rect">
            <a:avLst/>
          </a:prstGeom>
        </p:spPr>
      </p:pic>
      <p:grpSp>
        <p:nvGrpSpPr>
          <p:cNvPr id="2" name="Group 2"/>
          <p:cNvGrpSpPr/>
          <p:nvPr/>
        </p:nvGrpSpPr>
        <p:grpSpPr>
          <a:xfrm rot="0">
            <a:off x="1376404" y="1890713"/>
            <a:ext cx="15535191" cy="2580061"/>
            <a:chOff x="0" y="0"/>
            <a:chExt cx="20713589" cy="3440081"/>
          </a:xfrm>
        </p:grpSpPr>
        <p:pic>
          <p:nvPicPr>
            <p:cNvPr id="3" name="Picture 3"/>
            <p:cNvPicPr>
              <a:picLocks noChangeAspect="1"/>
            </p:cNvPicPr>
            <p:nvPr/>
          </p:nvPicPr>
          <p:blipFill>
            <a:blip r:embed="rId2">
              <a:alphaModFix amt="85000"/>
            </a:blip>
            <a:srcRect t="38928" b="38928"/>
            <a:stretch>
              <a:fillRect/>
            </a:stretch>
          </p:blipFill>
          <p:spPr>
            <a:xfrm>
              <a:off x="0" y="0"/>
              <a:ext cx="20713589" cy="3440081"/>
            </a:xfrm>
            <a:prstGeom prst="rect">
              <a:avLst/>
            </a:prstGeom>
          </p:spPr>
        </p:pic>
      </p:grpSp>
      <p:sp>
        <p:nvSpPr>
          <p:cNvPr id="4" name="TextBox 4"/>
          <p:cNvSpPr txBox="1"/>
          <p:nvPr>
            <p:custDataLst>
              <p:tags r:id="rId3"/>
            </p:custDataLst>
          </p:nvPr>
        </p:nvSpPr>
        <p:spPr>
          <a:xfrm>
            <a:off x="1376404" y="4903131"/>
            <a:ext cx="4233233" cy="461645"/>
          </a:xfrm>
          <a:prstGeom prst="rect">
            <a:avLst/>
          </a:prstGeom>
        </p:spPr>
        <p:txBody>
          <a:bodyPr lIns="0" tIns="0" rIns="0" bIns="0" rtlCol="0" anchor="t">
            <a:spAutoFit/>
          </a:bodyPr>
          <a:lstStyle/>
          <a:p>
            <a:pPr algn="l">
              <a:lnSpc>
                <a:spcPts val="3600"/>
              </a:lnSpc>
              <a:spcBef>
                <a:spcPct val="0"/>
              </a:spcBef>
            </a:pPr>
            <a:r>
              <a:rPr lang="en-US" sz="3600">
                <a:solidFill>
                  <a:srgbClr val="34455F"/>
                </a:solidFill>
                <a:latin typeface="胡晓波男神体" panose="02010600030101010101" charset="-122"/>
                <a:ea typeface="胡晓波男神体" panose="02010600030101010101" charset="-122"/>
              </a:rPr>
              <a:t>A strong tool</a:t>
            </a:r>
            <a:endParaRPr lang="en-US" sz="3600">
              <a:solidFill>
                <a:srgbClr val="34455F"/>
              </a:solidFill>
              <a:latin typeface="胡晓波男神体" panose="02010600030101010101" charset="-122"/>
              <a:ea typeface="胡晓波男神体" panose="02010600030101010101" charset="-122"/>
            </a:endParaRPr>
          </a:p>
        </p:txBody>
      </p:sp>
      <p:sp>
        <p:nvSpPr>
          <p:cNvPr id="5" name="TextBox 5"/>
          <p:cNvSpPr txBox="1"/>
          <p:nvPr>
            <p:custDataLst>
              <p:tags r:id="rId4"/>
            </p:custDataLst>
          </p:nvPr>
        </p:nvSpPr>
        <p:spPr>
          <a:xfrm>
            <a:off x="1376404" y="5516241"/>
            <a:ext cx="4233233" cy="2423795"/>
          </a:xfrm>
          <a:prstGeom prst="rect">
            <a:avLst/>
          </a:prstGeom>
        </p:spPr>
        <p:txBody>
          <a:bodyPr lIns="0" tIns="0" rIns="0" bIns="0" rtlCol="0" anchor="t">
            <a:spAutoFit/>
          </a:bodyPr>
          <a:lstStyle/>
          <a:p>
            <a:pPr algn="l">
              <a:lnSpc>
                <a:spcPts val="2700"/>
              </a:lnSpc>
            </a:pPr>
            <a:r>
              <a:rPr lang="en-US" sz="1800">
                <a:solidFill>
                  <a:srgbClr val="737373"/>
                </a:solidFill>
                <a:ea typeface="思源黑体 1" panose="020B0500000000000000" charset="-122"/>
              </a:rPr>
              <a:t>At the same time, scientists discovered that extremely strong Xrays can be generated during the operation of synchrotrons, converting energy into powerful rays, which are then widely used in research across fields such as materials, chemistry, environment, and biology.</a:t>
            </a:r>
            <a:endParaRPr lang="en-US" sz="1800">
              <a:solidFill>
                <a:srgbClr val="737373"/>
              </a:solidFill>
              <a:ea typeface="思源黑体 1" panose="020B0500000000000000" charset="-122"/>
            </a:endParaRPr>
          </a:p>
        </p:txBody>
      </p:sp>
      <p:sp>
        <p:nvSpPr>
          <p:cNvPr id="17" name="TextBox 17"/>
          <p:cNvSpPr txBox="1"/>
          <p:nvPr/>
        </p:nvSpPr>
        <p:spPr>
          <a:xfrm>
            <a:off x="1028700" y="485775"/>
            <a:ext cx="9658985" cy="717550"/>
          </a:xfrm>
          <a:prstGeom prst="rect">
            <a:avLst/>
          </a:prstGeom>
        </p:spPr>
        <p:txBody>
          <a:bodyPr lIns="0" tIns="0" rIns="0" bIns="0" rtlCol="0" anchor="t">
            <a:spAutoFit/>
          </a:bodyPr>
          <a:lstStyle/>
          <a:p>
            <a:pPr algn="l">
              <a:lnSpc>
                <a:spcPts val="5600"/>
              </a:lnSpc>
            </a:pPr>
            <a:r>
              <a:rPr lang="en-US" sz="4000" spc="796">
                <a:solidFill>
                  <a:srgbClr val="34455F"/>
                </a:solidFill>
                <a:ea typeface="胡晓波男神体" panose="02010600030101010101" charset="-122"/>
              </a:rPr>
              <a:t>My usage: Tool</a:t>
            </a:r>
            <a:endParaRPr lang="en-US" sz="4000" spc="796">
              <a:solidFill>
                <a:srgbClr val="34455F"/>
              </a:solidFill>
              <a:ea typeface="胡晓波男神体" panose="02010600030101010101" charset="-122"/>
            </a:endParaRPr>
          </a:p>
        </p:txBody>
      </p:sp>
      <p:pic>
        <p:nvPicPr>
          <p:cNvPr id="24" name="图片 23" descr="校徽 嘉庚体校名带英文"/>
          <p:cNvPicPr>
            <a:picLocks noChangeAspect="1"/>
          </p:cNvPicPr>
          <p:nvPr/>
        </p:nvPicPr>
        <p:blipFill>
          <a:blip r:embed="rId5"/>
          <a:stretch>
            <a:fillRect/>
          </a:stretch>
        </p:blipFill>
        <p:spPr>
          <a:xfrm>
            <a:off x="14859000" y="342900"/>
            <a:ext cx="3336925" cy="927735"/>
          </a:xfrm>
          <a:prstGeom prst="rect">
            <a:avLst/>
          </a:prstGeom>
        </p:spPr>
      </p:pic>
      <p:pic>
        <p:nvPicPr>
          <p:cNvPr id="16" name="图片 15"/>
          <p:cNvPicPr/>
          <p:nvPr/>
        </p:nvPicPr>
        <p:blipFill>
          <a:blip r:embed="rId6"/>
          <a:stretch>
            <a:fillRect/>
          </a:stretch>
        </p:blipFill>
        <p:spPr>
          <a:xfrm>
            <a:off x="6934200" y="4991100"/>
            <a:ext cx="9490075" cy="42392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randomBar dir="vert"/>
      </p:transition>
    </mc:Choice>
    <mc:Fallback>
      <p:transition spd="slow">
        <p:randomBar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500" fill="hold">
                                          <p:stCondLst>
                                            <p:cond delay="0"/>
                                          </p:stCondLst>
                                        </p:cTn>
                                        <p:tgtEl>
                                          <p:spTgt spid="4"/>
                                        </p:tgtEl>
                                        <p:attrNameLst>
                                          <p:attrName>style.visibility</p:attrName>
                                        </p:attrNameLst>
                                      </p:cBhvr>
                                      <p:to>
                                        <p:strVal val="visible"/>
                                      </p:to>
                                    </p:set>
                                    <p:animEffect transition="in" filter="wheel(1)">
                                      <p:cBhvr>
                                        <p:cTn id="7" dur="500"/>
                                        <p:tgtEl>
                                          <p:spTgt spid="4"/>
                                        </p:tgtEl>
                                      </p:cBhvr>
                                    </p:animEffect>
                                  </p:childTnLst>
                                </p:cTn>
                              </p:par>
                              <p:par>
                                <p:cTn id="8" presetID="27" presetClass="entr" presetSubtype="0" fill="hold" nodeType="withEffect">
                                  <p:stCondLst>
                                    <p:cond delay="0"/>
                                  </p:stCondLst>
                                  <p:iterate type="lt">
                                    <p:tmPct val="50000"/>
                                  </p:iterate>
                                  <p:childTnLst>
                                    <p:set>
                                      <p:cBhvr>
                                        <p:cTn id="9" dur="1" fill="hold">
                                          <p:stCondLst>
                                            <p:cond delay="0"/>
                                          </p:stCondLst>
                                        </p:cTn>
                                        <p:tgtEl>
                                          <p:spTgt spid="5">
                                            <p:txEl>
                                              <p:pRg st="0" end="0"/>
                                            </p:txEl>
                                          </p:spTgt>
                                        </p:tgtEl>
                                        <p:attrNameLst>
                                          <p:attrName>style.visibility</p:attrName>
                                        </p:attrNameLst>
                                      </p:cBhvr>
                                      <p:to>
                                        <p:strVal val="visible"/>
                                      </p:to>
                                    </p:set>
                                    <p:anim calcmode="discrete" valueType="clr">
                                      <p:cBhvr override="childStyle">
                                        <p:cTn id="10" dur="80"/>
                                        <p:tgtEl>
                                          <p:spTgt spid="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1" dur="80"/>
                                        <p:tgtEl>
                                          <p:spTgt spid="5">
                                            <p:txEl>
                                              <p:pRg st="0" end="0"/>
                                            </p:txEl>
                                          </p:spTgt>
                                        </p:tgtEl>
                                        <p:attrNameLst>
                                          <p:attrName>fillcolor</p:attrName>
                                        </p:attrNameLst>
                                      </p:cBhvr>
                                      <p:tavLst>
                                        <p:tav tm="0">
                                          <p:val>
                                            <p:clrVal>
                                              <a:schemeClr val="accent2"/>
                                            </p:clrVal>
                                          </p:val>
                                        </p:tav>
                                        <p:tav tm="50000">
                                          <p:val>
                                            <p:clrVal>
                                              <a:schemeClr val="hlink"/>
                                            </p:clrVal>
                                          </p:val>
                                        </p:tav>
                                      </p:tavLst>
                                    </p:anim>
                                    <p:set>
                                      <p:cBhvr>
                                        <p:cTn id="12" dur="80"/>
                                        <p:tgtEl>
                                          <p:spTgt spid="5">
                                            <p:txEl>
                                              <p:pRg st="0" end="0"/>
                                            </p:txEl>
                                          </p:spTgt>
                                        </p:tgtEl>
                                        <p:attrNameLst>
                                          <p:attrName>fill.type</p:attrName>
                                        </p:attrNameLst>
                                      </p:cBhvr>
                                      <p:to>
                                        <p:strVal val="solid"/>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4ED"/>
        </a:solidFill>
        <a:effectLst/>
      </p:bgPr>
    </p:bg>
    <p:spTree>
      <p:nvGrpSpPr>
        <p:cNvPr id="1" name=""/>
        <p:cNvGrpSpPr/>
        <p:nvPr/>
      </p:nvGrpSpPr>
      <p:grpSpPr>
        <a:xfrm>
          <a:off x="0" y="0"/>
          <a:ext cx="0" cy="0"/>
          <a:chOff x="0" y="0"/>
          <a:chExt cx="0" cy="0"/>
        </a:xfrm>
      </p:grpSpPr>
      <p:pic>
        <p:nvPicPr>
          <p:cNvPr id="12" name="图片 11" descr="3"/>
          <p:cNvPicPr>
            <a:picLocks noChangeAspect="1"/>
          </p:cNvPicPr>
          <p:nvPr/>
        </p:nvPicPr>
        <p:blipFill>
          <a:blip r:embed="rId1"/>
          <a:stretch>
            <a:fillRect/>
          </a:stretch>
        </p:blipFill>
        <p:spPr>
          <a:xfrm>
            <a:off x="0" y="-38100"/>
            <a:ext cx="18388330" cy="10343515"/>
          </a:xfrm>
          <a:prstGeom prst="rect">
            <a:avLst/>
          </a:prstGeom>
        </p:spPr>
      </p:pic>
      <p:sp>
        <p:nvSpPr>
          <p:cNvPr id="2" name="Freeform 2"/>
          <p:cNvSpPr/>
          <p:nvPr/>
        </p:nvSpPr>
        <p:spPr>
          <a:xfrm>
            <a:off x="5997338" y="4990168"/>
            <a:ext cx="11261962" cy="321942"/>
          </a:xfrm>
          <a:custGeom>
            <a:avLst/>
            <a:gdLst/>
            <a:ahLst/>
            <a:cxnLst/>
            <a:rect l="l" t="t" r="r" b="b"/>
            <a:pathLst>
              <a:path w="11261962" h="321942">
                <a:moveTo>
                  <a:pt x="0" y="0"/>
                </a:moveTo>
                <a:lnTo>
                  <a:pt x="11261962" y="0"/>
                </a:lnTo>
                <a:lnTo>
                  <a:pt x="11261962" y="321942"/>
                </a:lnTo>
                <a:lnTo>
                  <a:pt x="0" y="321942"/>
                </a:lnTo>
                <a:lnTo>
                  <a:pt x="0" y="0"/>
                </a:lnTo>
                <a:close/>
              </a:path>
            </a:pathLst>
          </a:custGeom>
          <a:blipFill>
            <a:blip r:embed="rId2"/>
            <a:stretch>
              <a:fillRect r="-4711" b="-2340425"/>
            </a:stretch>
          </a:blipFill>
        </p:spPr>
      </p:sp>
      <p:grpSp>
        <p:nvGrpSpPr>
          <p:cNvPr id="3" name="Group 3"/>
          <p:cNvGrpSpPr/>
          <p:nvPr/>
        </p:nvGrpSpPr>
        <p:grpSpPr>
          <a:xfrm rot="0">
            <a:off x="0" y="0"/>
            <a:ext cx="5671783" cy="10287000"/>
            <a:chOff x="0" y="0"/>
            <a:chExt cx="1493803" cy="2709333"/>
          </a:xfrm>
        </p:grpSpPr>
        <p:sp>
          <p:nvSpPr>
            <p:cNvPr id="4" name="Freeform 4"/>
            <p:cNvSpPr/>
            <p:nvPr/>
          </p:nvSpPr>
          <p:spPr>
            <a:xfrm>
              <a:off x="0" y="0"/>
              <a:ext cx="1493803" cy="2709333"/>
            </a:xfrm>
            <a:custGeom>
              <a:avLst/>
              <a:gdLst/>
              <a:ahLst/>
              <a:cxnLst/>
              <a:rect l="l" t="t" r="r" b="b"/>
              <a:pathLst>
                <a:path w="1493803" h="2709333">
                  <a:moveTo>
                    <a:pt x="0" y="0"/>
                  </a:moveTo>
                  <a:lnTo>
                    <a:pt x="1493803" y="0"/>
                  </a:lnTo>
                  <a:lnTo>
                    <a:pt x="1493803" y="2709333"/>
                  </a:lnTo>
                  <a:lnTo>
                    <a:pt x="0" y="2709333"/>
                  </a:lnTo>
                  <a:close/>
                </a:path>
              </a:pathLst>
            </a:custGeom>
            <a:solidFill>
              <a:srgbClr val="ED9B7F"/>
            </a:solidFill>
          </p:spPr>
        </p:sp>
        <p:sp>
          <p:nvSpPr>
            <p:cNvPr id="5" name="TextBox 5"/>
            <p:cNvSpPr txBox="1"/>
            <p:nvPr/>
          </p:nvSpPr>
          <p:spPr>
            <a:xfrm>
              <a:off x="0" y="-47625"/>
              <a:ext cx="1493803" cy="2756958"/>
            </a:xfrm>
            <a:prstGeom prst="rect">
              <a:avLst/>
            </a:prstGeom>
          </p:spPr>
          <p:txBody>
            <a:bodyPr lIns="50800" tIns="50800" rIns="50800" bIns="50800" rtlCol="0" anchor="ctr"/>
            <a:lstStyle/>
            <a:p>
              <a:pPr algn="ctr">
                <a:lnSpc>
                  <a:spcPts val="3210"/>
                </a:lnSpc>
              </a:pPr>
            </a:p>
          </p:txBody>
        </p:sp>
      </p:grpSp>
      <p:sp>
        <p:nvSpPr>
          <p:cNvPr id="11" name="Freeform 11"/>
          <p:cNvSpPr/>
          <p:nvPr/>
        </p:nvSpPr>
        <p:spPr>
          <a:xfrm>
            <a:off x="-52575" y="-9804"/>
            <a:ext cx="5466080" cy="10310495"/>
          </a:xfrm>
          <a:custGeom>
            <a:avLst/>
            <a:gdLst>
              <a:gd name="connsiteX0" fmla="*/ 0 w 8608"/>
              <a:gd name="connsiteY0" fmla="*/ 37 h 16237"/>
              <a:gd name="connsiteX1" fmla="*/ 8608 w 8608"/>
              <a:gd name="connsiteY1" fmla="*/ 0 h 16237"/>
              <a:gd name="connsiteX2" fmla="*/ 8608 w 8608"/>
              <a:gd name="connsiteY2" fmla="*/ 16215 h 16237"/>
              <a:gd name="connsiteX3" fmla="*/ 25 w 8608"/>
              <a:gd name="connsiteY3" fmla="*/ 16237 h 16237"/>
              <a:gd name="connsiteX4" fmla="*/ 0 w 8608"/>
              <a:gd name="connsiteY4" fmla="*/ 37 h 162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08" h="16237">
                <a:moveTo>
                  <a:pt x="0" y="37"/>
                </a:moveTo>
                <a:lnTo>
                  <a:pt x="8608" y="0"/>
                </a:lnTo>
                <a:lnTo>
                  <a:pt x="8608" y="16215"/>
                </a:lnTo>
                <a:lnTo>
                  <a:pt x="25" y="16237"/>
                </a:lnTo>
                <a:lnTo>
                  <a:pt x="0" y="37"/>
                </a:lnTo>
                <a:close/>
              </a:path>
            </a:pathLst>
          </a:custGeom>
          <a:blipFill>
            <a:blip r:embed="rId3">
              <a:alphaModFix amt="82000"/>
            </a:blip>
            <a:stretch>
              <a:fillRect l="-13988" r="-11397"/>
            </a:stretch>
          </a:blipFill>
        </p:spPr>
      </p:sp>
      <p:sp>
        <p:nvSpPr>
          <p:cNvPr id="8" name="TextBox 7"/>
          <p:cNvSpPr txBox="1"/>
          <p:nvPr/>
        </p:nvSpPr>
        <p:spPr>
          <a:xfrm>
            <a:off x="7115175" y="3014980"/>
            <a:ext cx="11856085" cy="1743075"/>
          </a:xfrm>
          <a:prstGeom prst="rect">
            <a:avLst/>
          </a:prstGeom>
        </p:spPr>
        <p:txBody>
          <a:bodyPr wrap="square" lIns="0" tIns="0" rIns="0" bIns="0" rtlCol="0" anchor="t">
            <a:spAutoFit/>
          </a:bodyPr>
          <a:p>
            <a:pPr algn="l">
              <a:lnSpc>
                <a:spcPts val="13595"/>
              </a:lnSpc>
            </a:pPr>
            <a:r>
              <a:rPr lang="en-US" sz="9710" spc="1932">
                <a:solidFill>
                  <a:srgbClr val="34455F"/>
                </a:solidFill>
                <a:ea typeface="胡晓波男神体" panose="02010600030101010101" charset="-122"/>
                <a:sym typeface="+mn-ea"/>
              </a:rPr>
              <a:t>Up to now</a:t>
            </a:r>
            <a:endParaRPr lang="en-US" sz="9710" spc="1932">
              <a:solidFill>
                <a:srgbClr val="34455F"/>
              </a:solidFill>
              <a:ea typeface="胡晓波男神体" panose="02010600030101010101" charset="-122"/>
            </a:endParaRPr>
          </a:p>
        </p:txBody>
      </p:sp>
      <p:sp>
        <p:nvSpPr>
          <p:cNvPr id="9" name="TextBox 8"/>
          <p:cNvSpPr txBox="1"/>
          <p:nvPr/>
        </p:nvSpPr>
        <p:spPr>
          <a:xfrm>
            <a:off x="7966566" y="5588335"/>
            <a:ext cx="8041413" cy="753745"/>
          </a:xfrm>
          <a:prstGeom prst="rect">
            <a:avLst/>
          </a:prstGeom>
        </p:spPr>
        <p:txBody>
          <a:bodyPr lIns="0" tIns="0" rIns="0" bIns="0" rtlCol="0" anchor="t">
            <a:spAutoFit/>
          </a:bodyPr>
          <a:p>
            <a:pPr algn="ctr">
              <a:lnSpc>
                <a:spcPts val="2940"/>
              </a:lnSpc>
            </a:pPr>
            <a:r>
              <a:rPr lang="en-US" sz="2100">
                <a:solidFill>
                  <a:srgbClr val="34455F">
                    <a:alpha val="64706"/>
                  </a:srgbClr>
                </a:solidFill>
                <a:ea typeface="思源黑体 1 Extra-Light" panose="020B0300000000000000" charset="-122"/>
              </a:rPr>
              <a:t>X-ray technology is crucial today for diagnosing diseases, guiding treatments, and ensuring safety in various industries</a:t>
            </a:r>
            <a:endParaRPr lang="en-US" sz="2100">
              <a:solidFill>
                <a:srgbClr val="34455F">
                  <a:alpha val="64706"/>
                </a:srgbClr>
              </a:solidFill>
              <a:ea typeface="思源黑体 1 Extra-Light" panose="020B0300000000000000" charset="-122"/>
            </a:endParaRPr>
          </a:p>
        </p:txBody>
      </p:sp>
      <p:sp>
        <p:nvSpPr>
          <p:cNvPr id="13" name="TextBox 7"/>
          <p:cNvSpPr txBox="1"/>
          <p:nvPr/>
        </p:nvSpPr>
        <p:spPr>
          <a:xfrm>
            <a:off x="5817870" y="2933700"/>
            <a:ext cx="1297305" cy="1743075"/>
          </a:xfrm>
          <a:prstGeom prst="rect">
            <a:avLst/>
          </a:prstGeom>
        </p:spPr>
        <p:txBody>
          <a:bodyPr wrap="square" lIns="0" tIns="0" rIns="0" bIns="0" rtlCol="0" anchor="t">
            <a:spAutoFit/>
          </a:bodyPr>
          <a:p>
            <a:pPr algn="l">
              <a:lnSpc>
                <a:spcPts val="13595"/>
              </a:lnSpc>
            </a:pPr>
            <a:r>
              <a:rPr lang="zh-CN" altLang="en-US" sz="9500" b="1" spc="1932">
                <a:solidFill>
                  <a:srgbClr val="885850"/>
                </a:solidFill>
                <a:latin typeface="黑体" panose="02010609060101010101" charset="-122"/>
                <a:ea typeface="黑体" panose="02010609060101010101" charset="-122"/>
              </a:rPr>
              <a:t>④</a:t>
            </a:r>
            <a:endParaRPr lang="zh-CN" altLang="en-US" sz="9500" b="1" spc="1932">
              <a:solidFill>
                <a:srgbClr val="885850"/>
              </a:solidFill>
              <a:latin typeface="黑体" panose="02010609060101010101" charset="-122"/>
              <a:ea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med" p14:dur="750">
        <p:newsflash/>
      </p:transition>
    </mc:Choice>
    <mc:Fallback>
      <p:transition spd="med">
        <p:newsflas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p:tgtEl>
                                          <p:spTgt spid="8"/>
                                        </p:tgtEl>
                                        <p:attrNameLst>
                                          <p:attrName>ppt_y</p:attrName>
                                        </p:attrNameLst>
                                      </p:cBhvr>
                                      <p:tavLst>
                                        <p:tav tm="0">
                                          <p:val>
                                            <p:strVal val="#ppt_y+#ppt_h*1.125000"/>
                                          </p:val>
                                        </p:tav>
                                        <p:tav tm="100000">
                                          <p:val>
                                            <p:strVal val="#ppt_y"/>
                                          </p:val>
                                        </p:tav>
                                      </p:tavLst>
                                    </p:anim>
                                    <p:animEffect transition="in" filter="wipe(up)">
                                      <p:cBhvr>
                                        <p:cTn id="8" dur="500"/>
                                        <p:tgtEl>
                                          <p:spTgt spid="8"/>
                                        </p:tgtEl>
                                      </p:cBhvr>
                                    </p:animEffect>
                                  </p:childTnLst>
                                </p:cTn>
                              </p:par>
                              <p:par>
                                <p:cTn id="9" presetID="27" presetClass="entr" presetSubtype="0" fill="hold" nodeType="withEffect">
                                  <p:stCondLst>
                                    <p:cond delay="0"/>
                                  </p:stCondLst>
                                  <p:iterate type="lt">
                                    <p:tmPct val="50000"/>
                                  </p:iterate>
                                  <p:childTnLst>
                                    <p:set>
                                      <p:cBhvr>
                                        <p:cTn id="10" dur="1" fill="hold">
                                          <p:stCondLst>
                                            <p:cond delay="0"/>
                                          </p:stCondLst>
                                        </p:cTn>
                                        <p:tgtEl>
                                          <p:spTgt spid="9">
                                            <p:txEl>
                                              <p:pRg st="0" end="0"/>
                                            </p:txEl>
                                          </p:spTgt>
                                        </p:tgtEl>
                                        <p:attrNameLst>
                                          <p:attrName>style.visibility</p:attrName>
                                        </p:attrNameLst>
                                      </p:cBhvr>
                                      <p:to>
                                        <p:strVal val="visible"/>
                                      </p:to>
                                    </p:set>
                                    <p:anim calcmode="discrete" valueType="clr">
                                      <p:cBhvr override="childStyle">
                                        <p:cTn id="11" dur="80"/>
                                        <p:tgtEl>
                                          <p:spTgt spid="9">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2" dur="80"/>
                                        <p:tgtEl>
                                          <p:spTgt spid="9">
                                            <p:txEl>
                                              <p:pRg st="0" end="0"/>
                                            </p:txEl>
                                          </p:spTgt>
                                        </p:tgtEl>
                                        <p:attrNameLst>
                                          <p:attrName>fillcolor</p:attrName>
                                        </p:attrNameLst>
                                      </p:cBhvr>
                                      <p:tavLst>
                                        <p:tav tm="0">
                                          <p:val>
                                            <p:clrVal>
                                              <a:schemeClr val="accent2"/>
                                            </p:clrVal>
                                          </p:val>
                                        </p:tav>
                                        <p:tav tm="50000">
                                          <p:val>
                                            <p:clrVal>
                                              <a:schemeClr val="hlink"/>
                                            </p:clrVal>
                                          </p:val>
                                        </p:tav>
                                      </p:tavLst>
                                    </p:anim>
                                    <p:set>
                                      <p:cBhvr>
                                        <p:cTn id="13" dur="80"/>
                                        <p:tgtEl>
                                          <p:spTgt spid="9">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4ED"/>
        </a:solidFill>
        <a:effectLst/>
      </p:bgPr>
    </p:bg>
    <p:spTree>
      <p:nvGrpSpPr>
        <p:cNvPr id="1" name=""/>
        <p:cNvGrpSpPr/>
        <p:nvPr/>
      </p:nvGrpSpPr>
      <p:grpSpPr>
        <a:xfrm>
          <a:off x="0" y="0"/>
          <a:ext cx="0" cy="0"/>
          <a:chOff x="0" y="0"/>
          <a:chExt cx="0" cy="0"/>
        </a:xfrm>
      </p:grpSpPr>
      <p:pic>
        <p:nvPicPr>
          <p:cNvPr id="36" name="图片 35" descr="3。。"/>
          <p:cNvPicPr>
            <a:picLocks noChangeAspect="1"/>
          </p:cNvPicPr>
          <p:nvPr/>
        </p:nvPicPr>
        <p:blipFill>
          <a:blip r:embed="rId1"/>
          <a:stretch>
            <a:fillRect/>
          </a:stretch>
        </p:blipFill>
        <p:spPr>
          <a:xfrm>
            <a:off x="-18415" y="-38100"/>
            <a:ext cx="18317210" cy="10303510"/>
          </a:xfrm>
          <a:prstGeom prst="rect">
            <a:avLst/>
          </a:prstGeom>
        </p:spPr>
      </p:pic>
      <p:grpSp>
        <p:nvGrpSpPr>
          <p:cNvPr id="4" name="Group 4"/>
          <p:cNvGrpSpPr/>
          <p:nvPr>
            <p:custDataLst>
              <p:tags r:id="rId2"/>
            </p:custDataLst>
          </p:nvPr>
        </p:nvGrpSpPr>
        <p:grpSpPr>
          <a:xfrm rot="0">
            <a:off x="1817348" y="2322537"/>
            <a:ext cx="6830113" cy="3770482"/>
            <a:chOff x="0" y="0"/>
            <a:chExt cx="9106817" cy="5027309"/>
          </a:xfrm>
        </p:grpSpPr>
        <p:pic>
          <p:nvPicPr>
            <p:cNvPr id="5" name="Picture 5"/>
            <p:cNvPicPr>
              <a:picLocks noChangeAspect="1"/>
            </p:cNvPicPr>
            <p:nvPr>
              <p:custDataLst>
                <p:tags r:id="rId3"/>
              </p:custDataLst>
            </p:nvPr>
          </p:nvPicPr>
          <p:blipFill>
            <a:blip r:embed="rId4">
              <a:alphaModFix amt="95000"/>
            </a:blip>
            <a:srcRect t="13197" b="13197"/>
            <a:stretch>
              <a:fillRect/>
            </a:stretch>
          </p:blipFill>
          <p:spPr>
            <a:xfrm>
              <a:off x="0" y="0"/>
              <a:ext cx="9106817" cy="5027309"/>
            </a:xfrm>
            <a:prstGeom prst="rect">
              <a:avLst/>
            </a:prstGeom>
          </p:spPr>
        </p:pic>
      </p:grpSp>
      <p:grpSp>
        <p:nvGrpSpPr>
          <p:cNvPr id="6" name="Group 6"/>
          <p:cNvGrpSpPr/>
          <p:nvPr>
            <p:custDataLst>
              <p:tags r:id="rId5"/>
            </p:custDataLst>
          </p:nvPr>
        </p:nvGrpSpPr>
        <p:grpSpPr>
          <a:xfrm rot="0">
            <a:off x="9640539" y="5672665"/>
            <a:ext cx="6830113" cy="2723551"/>
            <a:chOff x="0" y="0"/>
            <a:chExt cx="9106817" cy="3631401"/>
          </a:xfrm>
        </p:grpSpPr>
        <p:pic>
          <p:nvPicPr>
            <p:cNvPr id="7" name="Picture 7"/>
            <p:cNvPicPr>
              <a:picLocks noChangeAspect="1"/>
            </p:cNvPicPr>
            <p:nvPr>
              <p:custDataLst>
                <p:tags r:id="rId6"/>
              </p:custDataLst>
            </p:nvPr>
          </p:nvPicPr>
          <p:blipFill>
            <a:blip r:embed="rId7"/>
            <a:srcRect t="18146" b="18146"/>
            <a:stretch>
              <a:fillRect/>
            </a:stretch>
          </p:blipFill>
          <p:spPr>
            <a:xfrm>
              <a:off x="0" y="0"/>
              <a:ext cx="9106817" cy="3631401"/>
            </a:xfrm>
            <a:prstGeom prst="rect">
              <a:avLst/>
            </a:prstGeom>
          </p:spPr>
        </p:pic>
      </p:grpSp>
      <p:sp>
        <p:nvSpPr>
          <p:cNvPr id="8" name="TextBox 8"/>
          <p:cNvSpPr txBox="1"/>
          <p:nvPr>
            <p:custDataLst>
              <p:tags r:id="rId8"/>
            </p:custDataLst>
          </p:nvPr>
        </p:nvSpPr>
        <p:spPr>
          <a:xfrm>
            <a:off x="9640539" y="2926422"/>
            <a:ext cx="6830113" cy="1034415"/>
          </a:xfrm>
          <a:prstGeom prst="rect">
            <a:avLst/>
          </a:prstGeom>
        </p:spPr>
        <p:txBody>
          <a:bodyPr lIns="0" tIns="0" rIns="0" bIns="0" rtlCol="0" anchor="t">
            <a:spAutoFit/>
          </a:bodyPr>
          <a:lstStyle/>
          <a:p>
            <a:pPr marL="0" lvl="0" indent="0" algn="l">
              <a:lnSpc>
                <a:spcPts val="2690"/>
              </a:lnSpc>
              <a:spcBef>
                <a:spcPct val="0"/>
              </a:spcBef>
            </a:pPr>
            <a:r>
              <a:rPr lang="en-US" sz="1920" u="none" strike="noStrike" spc="51">
                <a:solidFill>
                  <a:srgbClr val="737373">
                    <a:alpha val="57647"/>
                  </a:srgbClr>
                </a:solidFill>
                <a:ea typeface="思源黑体 1 Extra-Light" panose="020B0300000000000000" charset="-122"/>
              </a:rPr>
              <a:t>Digital radiography(DR)is widely used,offering clearer and more accurate images of the human body compared to traditional film-based X-ray imaging.</a:t>
            </a:r>
            <a:endParaRPr lang="en-US" sz="1920" u="none" strike="noStrike" spc="51">
              <a:solidFill>
                <a:srgbClr val="737373">
                  <a:alpha val="57647"/>
                </a:srgbClr>
              </a:solidFill>
              <a:ea typeface="思源黑体 1 Extra-Light" panose="020B0300000000000000" charset="-122"/>
            </a:endParaRPr>
          </a:p>
        </p:txBody>
      </p:sp>
      <p:sp>
        <p:nvSpPr>
          <p:cNvPr id="9" name="TextBox 9"/>
          <p:cNvSpPr txBox="1"/>
          <p:nvPr>
            <p:custDataLst>
              <p:tags r:id="rId9"/>
            </p:custDataLst>
          </p:nvPr>
        </p:nvSpPr>
        <p:spPr>
          <a:xfrm>
            <a:off x="9640539" y="2236812"/>
            <a:ext cx="6830113" cy="645795"/>
          </a:xfrm>
          <a:prstGeom prst="rect">
            <a:avLst/>
          </a:prstGeom>
        </p:spPr>
        <p:txBody>
          <a:bodyPr lIns="0" tIns="0" rIns="0" bIns="0" rtlCol="0" anchor="t">
            <a:spAutoFit/>
          </a:bodyPr>
          <a:lstStyle/>
          <a:p>
            <a:pPr algn="l">
              <a:lnSpc>
                <a:spcPts val="5040"/>
              </a:lnSpc>
            </a:pPr>
            <a:r>
              <a:rPr lang="en-US" sz="3600" spc="716">
                <a:solidFill>
                  <a:srgbClr val="34455F"/>
                </a:solidFill>
                <a:ea typeface="胡晓波男神体" panose="02010600030101010101" charset="-122"/>
              </a:rPr>
              <a:t>Digital radiography(DR)</a:t>
            </a:r>
            <a:endParaRPr lang="en-US" sz="3600" spc="716">
              <a:solidFill>
                <a:srgbClr val="34455F"/>
              </a:solidFill>
              <a:ea typeface="胡晓波男神体" panose="02010600030101010101" charset="-122"/>
            </a:endParaRPr>
          </a:p>
        </p:txBody>
      </p:sp>
      <p:sp>
        <p:nvSpPr>
          <p:cNvPr id="10" name="TextBox 10"/>
          <p:cNvSpPr txBox="1"/>
          <p:nvPr>
            <p:custDataLst>
              <p:tags r:id="rId10"/>
            </p:custDataLst>
          </p:nvPr>
        </p:nvSpPr>
        <p:spPr>
          <a:xfrm>
            <a:off x="1817348" y="7616344"/>
            <a:ext cx="6830113" cy="1379855"/>
          </a:xfrm>
          <a:prstGeom prst="rect">
            <a:avLst/>
          </a:prstGeom>
        </p:spPr>
        <p:txBody>
          <a:bodyPr lIns="0" tIns="0" rIns="0" bIns="0" rtlCol="0" anchor="t">
            <a:spAutoFit/>
          </a:bodyPr>
          <a:lstStyle/>
          <a:p>
            <a:pPr marL="0" lvl="0" indent="0" algn="l">
              <a:lnSpc>
                <a:spcPts val="2690"/>
              </a:lnSpc>
              <a:spcBef>
                <a:spcPct val="0"/>
              </a:spcBef>
            </a:pPr>
            <a:r>
              <a:rPr lang="en-US" sz="1920" u="none" strike="noStrike" spc="51">
                <a:solidFill>
                  <a:srgbClr val="737373">
                    <a:alpha val="57647"/>
                  </a:srgbClr>
                </a:solidFill>
                <a:ea typeface="思源黑体 1 Extra-Light" panose="020B0300000000000000" charset="-122"/>
              </a:rPr>
              <a:t>Stereotactic body radiation therapy(SBRT)uses a high-precision positioning system to focus on tumor tissues with extreme accuracy,delivering a lethal blow to the tumor while minimizing damage to surrounding healthy tissues.</a:t>
            </a:r>
            <a:endParaRPr lang="en-US" sz="1920" u="none" strike="noStrike" spc="51">
              <a:solidFill>
                <a:srgbClr val="737373">
                  <a:alpha val="57647"/>
                </a:srgbClr>
              </a:solidFill>
              <a:ea typeface="思源黑体 1 Extra-Light" panose="020B0300000000000000" charset="-122"/>
            </a:endParaRPr>
          </a:p>
        </p:txBody>
      </p:sp>
      <p:sp>
        <p:nvSpPr>
          <p:cNvPr id="11" name="TextBox 11"/>
          <p:cNvSpPr txBox="1"/>
          <p:nvPr>
            <p:custDataLst>
              <p:tags r:id="rId11"/>
            </p:custDataLst>
          </p:nvPr>
        </p:nvSpPr>
        <p:spPr>
          <a:xfrm>
            <a:off x="1817348" y="6393334"/>
            <a:ext cx="6830113" cy="1292225"/>
          </a:xfrm>
          <a:prstGeom prst="rect">
            <a:avLst/>
          </a:prstGeom>
        </p:spPr>
        <p:txBody>
          <a:bodyPr lIns="0" tIns="0" rIns="0" bIns="0" rtlCol="0" anchor="t">
            <a:spAutoFit/>
          </a:bodyPr>
          <a:lstStyle/>
          <a:p>
            <a:pPr algn="l">
              <a:lnSpc>
                <a:spcPts val="5040"/>
              </a:lnSpc>
            </a:pPr>
            <a:r>
              <a:rPr lang="en-US" sz="3600" spc="716">
                <a:solidFill>
                  <a:srgbClr val="34455F"/>
                </a:solidFill>
                <a:ea typeface="胡晓波男神体" panose="02010600030101010101" charset="-122"/>
              </a:rPr>
              <a:t>Stereotactic body radiation therapy(SBRT)</a:t>
            </a:r>
            <a:endParaRPr lang="en-US" sz="3600" spc="716">
              <a:solidFill>
                <a:srgbClr val="34455F"/>
              </a:solidFill>
              <a:ea typeface="胡晓波男神体" panose="02010600030101010101" charset="-122"/>
            </a:endParaRPr>
          </a:p>
        </p:txBody>
      </p:sp>
      <p:sp>
        <p:nvSpPr>
          <p:cNvPr id="14" name="TextBox 14"/>
          <p:cNvSpPr txBox="1"/>
          <p:nvPr/>
        </p:nvSpPr>
        <p:spPr>
          <a:xfrm>
            <a:off x="1028700" y="485775"/>
            <a:ext cx="9658985" cy="717550"/>
          </a:xfrm>
          <a:prstGeom prst="rect">
            <a:avLst/>
          </a:prstGeom>
        </p:spPr>
        <p:txBody>
          <a:bodyPr lIns="0" tIns="0" rIns="0" bIns="0" rtlCol="0" anchor="t">
            <a:spAutoFit/>
          </a:bodyPr>
          <a:lstStyle/>
          <a:p>
            <a:pPr algn="l">
              <a:lnSpc>
                <a:spcPts val="5600"/>
              </a:lnSpc>
            </a:pPr>
            <a:r>
              <a:rPr lang="en-US" sz="4000" spc="796">
                <a:solidFill>
                  <a:srgbClr val="34455F"/>
                </a:solidFill>
                <a:ea typeface="胡晓波男神体" panose="02010600030101010101" charset="-122"/>
              </a:rPr>
              <a:t>Up to now: DR and SBRT</a:t>
            </a:r>
            <a:endParaRPr lang="en-US" sz="4000" spc="796">
              <a:solidFill>
                <a:srgbClr val="34455F"/>
              </a:solidFill>
              <a:ea typeface="胡晓波男神体" panose="02010600030101010101" charset="-122"/>
            </a:endParaRPr>
          </a:p>
        </p:txBody>
      </p:sp>
      <p:pic>
        <p:nvPicPr>
          <p:cNvPr id="24" name="图片 23" descr="校徽 嘉庚体校名带英文"/>
          <p:cNvPicPr>
            <a:picLocks noChangeAspect="1"/>
          </p:cNvPicPr>
          <p:nvPr/>
        </p:nvPicPr>
        <p:blipFill>
          <a:blip r:embed="rId12"/>
          <a:stretch>
            <a:fillRect/>
          </a:stretch>
        </p:blipFill>
        <p:spPr>
          <a:xfrm>
            <a:off x="14859000" y="342900"/>
            <a:ext cx="3336925" cy="9277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down)">
                                      <p:cBhvr>
                                        <p:cTn id="7" dur="500"/>
                                        <p:tgtEl>
                                          <p:spTgt spid="9">
                                            <p:txEl>
                                              <p:pRg st="0" end="0"/>
                                            </p:txEl>
                                          </p:spTgt>
                                        </p:tgtEl>
                                      </p:cBhvr>
                                    </p:animEffect>
                                  </p:childTnLst>
                                </p:cTn>
                              </p:par>
                              <p:par>
                                <p:cTn id="8" presetID="27" presetClass="entr" presetSubtype="0" fill="hold" nodeType="withEffect">
                                  <p:stCondLst>
                                    <p:cond delay="0"/>
                                  </p:stCondLst>
                                  <p:iterate type="lt">
                                    <p:tmPct val="50000"/>
                                  </p:iterate>
                                  <p:childTnLst>
                                    <p:set>
                                      <p:cBhvr>
                                        <p:cTn id="9" dur="1" fill="hold">
                                          <p:stCondLst>
                                            <p:cond delay="0"/>
                                          </p:stCondLst>
                                        </p:cTn>
                                        <p:tgtEl>
                                          <p:spTgt spid="8">
                                            <p:txEl>
                                              <p:pRg st="0" end="0"/>
                                            </p:txEl>
                                          </p:spTgt>
                                        </p:tgtEl>
                                        <p:attrNameLst>
                                          <p:attrName>style.visibility</p:attrName>
                                        </p:attrNameLst>
                                      </p:cBhvr>
                                      <p:to>
                                        <p:strVal val="visible"/>
                                      </p:to>
                                    </p:set>
                                    <p:anim calcmode="discrete" valueType="clr">
                                      <p:cBhvr override="childStyle">
                                        <p:cTn id="10" dur="80"/>
                                        <p:tgtEl>
                                          <p:spTgt spid="8">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1" dur="80"/>
                                        <p:tgtEl>
                                          <p:spTgt spid="8">
                                            <p:txEl>
                                              <p:pRg st="0" end="0"/>
                                            </p:txEl>
                                          </p:spTgt>
                                        </p:tgtEl>
                                        <p:attrNameLst>
                                          <p:attrName>fillcolor</p:attrName>
                                        </p:attrNameLst>
                                      </p:cBhvr>
                                      <p:tavLst>
                                        <p:tav tm="0">
                                          <p:val>
                                            <p:clrVal>
                                              <a:schemeClr val="accent2"/>
                                            </p:clrVal>
                                          </p:val>
                                        </p:tav>
                                        <p:tav tm="50000">
                                          <p:val>
                                            <p:clrVal>
                                              <a:schemeClr val="hlink"/>
                                            </p:clrVal>
                                          </p:val>
                                        </p:tav>
                                      </p:tavLst>
                                    </p:anim>
                                    <p:set>
                                      <p:cBhvr>
                                        <p:cTn id="12" dur="80"/>
                                        <p:tgtEl>
                                          <p:spTgt spid="8">
                                            <p:txEl>
                                              <p:pRg st="0" end="0"/>
                                            </p:txEl>
                                          </p:spTgt>
                                        </p:tgtEl>
                                        <p:attrNameLst>
                                          <p:attrName>fill.type</p:attrName>
                                        </p:attrNameLst>
                                      </p:cBhvr>
                                      <p:to>
                                        <p:strVal val="solid"/>
                                      </p:to>
                                    </p:se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500" fill="hold">
                                          <p:stCondLst>
                                            <p:cond delay="0"/>
                                          </p:stCondLst>
                                        </p:cTn>
                                        <p:tgtEl>
                                          <p:spTgt spid="11">
                                            <p:txEl>
                                              <p:pRg st="0" end="0"/>
                                            </p:txEl>
                                          </p:spTgt>
                                        </p:tgtEl>
                                        <p:attrNameLst>
                                          <p:attrName>style.visibility</p:attrName>
                                        </p:attrNameLst>
                                      </p:cBhvr>
                                      <p:to>
                                        <p:strVal val="visible"/>
                                      </p:to>
                                    </p:set>
                                    <p:animEffect transition="in" filter="box(in)">
                                      <p:cBhvr>
                                        <p:cTn id="17" dur="500"/>
                                        <p:tgtEl>
                                          <p:spTgt spid="11">
                                            <p:txEl>
                                              <p:pRg st="0" end="0"/>
                                            </p:txEl>
                                          </p:spTgt>
                                        </p:tgtEl>
                                      </p:cBhvr>
                                    </p:animEffect>
                                  </p:childTnLst>
                                </p:cTn>
                              </p:par>
                              <p:par>
                                <p:cTn id="18" presetID="27" presetClass="entr" presetSubtype="0" fill="hold" nodeType="withEffect">
                                  <p:stCondLst>
                                    <p:cond delay="0"/>
                                  </p:stCondLst>
                                  <p:iterate type="lt">
                                    <p:tmPct val="50000"/>
                                  </p:iterate>
                                  <p:childTnLst>
                                    <p:set>
                                      <p:cBhvr>
                                        <p:cTn id="19" dur="1" fill="hold">
                                          <p:stCondLst>
                                            <p:cond delay="0"/>
                                          </p:stCondLst>
                                        </p:cTn>
                                        <p:tgtEl>
                                          <p:spTgt spid="10">
                                            <p:txEl>
                                              <p:pRg st="0" end="0"/>
                                            </p:txEl>
                                          </p:spTgt>
                                        </p:tgtEl>
                                        <p:attrNameLst>
                                          <p:attrName>style.visibility</p:attrName>
                                        </p:attrNameLst>
                                      </p:cBhvr>
                                      <p:to>
                                        <p:strVal val="visible"/>
                                      </p:to>
                                    </p:set>
                                    <p:anim calcmode="discrete" valueType="clr">
                                      <p:cBhvr override="childStyle">
                                        <p:cTn id="20" dur="80"/>
                                        <p:tgtEl>
                                          <p:spTgt spid="10">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1" dur="80"/>
                                        <p:tgtEl>
                                          <p:spTgt spid="10">
                                            <p:txEl>
                                              <p:pRg st="0" end="0"/>
                                            </p:txEl>
                                          </p:spTgt>
                                        </p:tgtEl>
                                        <p:attrNameLst>
                                          <p:attrName>fillcolor</p:attrName>
                                        </p:attrNameLst>
                                      </p:cBhvr>
                                      <p:tavLst>
                                        <p:tav tm="0">
                                          <p:val>
                                            <p:clrVal>
                                              <a:schemeClr val="accent2"/>
                                            </p:clrVal>
                                          </p:val>
                                        </p:tav>
                                        <p:tav tm="50000">
                                          <p:val>
                                            <p:clrVal>
                                              <a:schemeClr val="hlink"/>
                                            </p:clrVal>
                                          </p:val>
                                        </p:tav>
                                      </p:tavLst>
                                    </p:anim>
                                    <p:set>
                                      <p:cBhvr>
                                        <p:cTn id="22" dur="80"/>
                                        <p:tgtEl>
                                          <p:spTgt spid="10">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4ED"/>
        </a:solidFill>
        <a:effectLst/>
      </p:bgPr>
    </p:bg>
    <p:spTree>
      <p:nvGrpSpPr>
        <p:cNvPr id="1" name=""/>
        <p:cNvGrpSpPr/>
        <p:nvPr/>
      </p:nvGrpSpPr>
      <p:grpSpPr>
        <a:xfrm>
          <a:off x="0" y="0"/>
          <a:ext cx="0" cy="0"/>
          <a:chOff x="0" y="0"/>
          <a:chExt cx="0" cy="0"/>
        </a:xfrm>
      </p:grpSpPr>
      <p:pic>
        <p:nvPicPr>
          <p:cNvPr id="36" name="图片 35" descr="3。。"/>
          <p:cNvPicPr>
            <a:picLocks noChangeAspect="1"/>
          </p:cNvPicPr>
          <p:nvPr/>
        </p:nvPicPr>
        <p:blipFill>
          <a:blip r:embed="rId1"/>
          <a:stretch>
            <a:fillRect/>
          </a:stretch>
        </p:blipFill>
        <p:spPr>
          <a:xfrm>
            <a:off x="-121285" y="-190500"/>
            <a:ext cx="18317210" cy="10303510"/>
          </a:xfrm>
          <a:prstGeom prst="rect">
            <a:avLst/>
          </a:prstGeom>
        </p:spPr>
      </p:pic>
      <p:grpSp>
        <p:nvGrpSpPr>
          <p:cNvPr id="2" name="Group 2"/>
          <p:cNvGrpSpPr/>
          <p:nvPr/>
        </p:nvGrpSpPr>
        <p:grpSpPr>
          <a:xfrm rot="0">
            <a:off x="13083277" y="2434884"/>
            <a:ext cx="3912097" cy="6175136"/>
            <a:chOff x="0" y="0"/>
            <a:chExt cx="5216129" cy="8233515"/>
          </a:xfrm>
        </p:grpSpPr>
        <p:pic>
          <p:nvPicPr>
            <p:cNvPr id="3" name="Picture 3"/>
            <p:cNvPicPr>
              <a:picLocks noChangeAspect="1"/>
            </p:cNvPicPr>
            <p:nvPr/>
          </p:nvPicPr>
          <p:blipFill>
            <a:blip r:embed="rId2">
              <a:alphaModFix amt="83000"/>
            </a:blip>
            <a:srcRect l="25685" r="25685"/>
            <a:stretch>
              <a:fillRect/>
            </a:stretch>
          </p:blipFill>
          <p:spPr>
            <a:xfrm>
              <a:off x="0" y="0"/>
              <a:ext cx="5216129" cy="8233515"/>
            </a:xfrm>
            <a:prstGeom prst="rect">
              <a:avLst/>
            </a:prstGeom>
          </p:spPr>
        </p:pic>
      </p:grpSp>
      <p:grpSp>
        <p:nvGrpSpPr>
          <p:cNvPr id="4" name="Group 4"/>
          <p:cNvGrpSpPr/>
          <p:nvPr/>
        </p:nvGrpSpPr>
        <p:grpSpPr>
          <a:xfrm rot="0">
            <a:off x="1292626" y="4331559"/>
            <a:ext cx="13039208" cy="2550987"/>
            <a:chOff x="0" y="0"/>
            <a:chExt cx="3434195" cy="671865"/>
          </a:xfrm>
        </p:grpSpPr>
        <p:sp>
          <p:nvSpPr>
            <p:cNvPr id="5" name="Freeform 5"/>
            <p:cNvSpPr/>
            <p:nvPr/>
          </p:nvSpPr>
          <p:spPr>
            <a:xfrm>
              <a:off x="0" y="0"/>
              <a:ext cx="3434195" cy="671865"/>
            </a:xfrm>
            <a:custGeom>
              <a:avLst/>
              <a:gdLst/>
              <a:ahLst/>
              <a:cxnLst/>
              <a:rect l="l" t="t" r="r" b="b"/>
              <a:pathLst>
                <a:path w="3434195" h="671865">
                  <a:moveTo>
                    <a:pt x="0" y="0"/>
                  </a:moveTo>
                  <a:lnTo>
                    <a:pt x="3434195" y="0"/>
                  </a:lnTo>
                  <a:lnTo>
                    <a:pt x="3434195" y="671865"/>
                  </a:lnTo>
                  <a:lnTo>
                    <a:pt x="0" y="671865"/>
                  </a:lnTo>
                  <a:close/>
                </a:path>
              </a:pathLst>
            </a:custGeom>
            <a:solidFill>
              <a:srgbClr val="E7B8AB"/>
            </a:solidFill>
          </p:spPr>
        </p:sp>
        <p:sp>
          <p:nvSpPr>
            <p:cNvPr id="6" name="TextBox 6"/>
            <p:cNvSpPr txBox="1"/>
            <p:nvPr/>
          </p:nvSpPr>
          <p:spPr>
            <a:xfrm>
              <a:off x="0" y="-104775"/>
              <a:ext cx="3434195" cy="776640"/>
            </a:xfrm>
            <a:prstGeom prst="rect">
              <a:avLst/>
            </a:prstGeom>
          </p:spPr>
          <p:txBody>
            <a:bodyPr lIns="50800" tIns="50800" rIns="50800" bIns="50800" rtlCol="0" anchor="ctr"/>
            <a:lstStyle/>
            <a:p>
              <a:pPr algn="ctr">
                <a:lnSpc>
                  <a:spcPts val="3220"/>
                </a:lnSpc>
              </a:pPr>
            </a:p>
          </p:txBody>
        </p:sp>
      </p:grpSp>
      <p:sp>
        <p:nvSpPr>
          <p:cNvPr id="8" name="TextBox 8"/>
          <p:cNvSpPr txBox="1"/>
          <p:nvPr/>
        </p:nvSpPr>
        <p:spPr>
          <a:xfrm>
            <a:off x="1698477" y="5581402"/>
            <a:ext cx="12227505" cy="387350"/>
          </a:xfrm>
          <a:prstGeom prst="rect">
            <a:avLst/>
          </a:prstGeom>
        </p:spPr>
        <p:txBody>
          <a:bodyPr lIns="0" tIns="0" rIns="0" bIns="0" rtlCol="0" anchor="t">
            <a:spAutoFit/>
          </a:bodyPr>
          <a:lstStyle/>
          <a:p>
            <a:pPr algn="l">
              <a:lnSpc>
                <a:spcPts val="3025"/>
              </a:lnSpc>
            </a:pPr>
            <a:r>
              <a:rPr lang="en-US" sz="2800">
                <a:solidFill>
                  <a:srgbClr val="FFFFFF"/>
                </a:solidFill>
                <a:ea typeface="思源黑体 1" panose="020B0500000000000000" charset="-122"/>
              </a:rPr>
              <a:t>I am so great that everyone is gazing at me with admiration.</a:t>
            </a:r>
            <a:endParaRPr lang="en-US" sz="2800">
              <a:solidFill>
                <a:srgbClr val="FFFFFF"/>
              </a:solidFill>
              <a:ea typeface="思源黑体 1" panose="020B0500000000000000" charset="-122"/>
            </a:endParaRPr>
          </a:p>
        </p:txBody>
      </p:sp>
      <p:sp>
        <p:nvSpPr>
          <p:cNvPr id="14" name="TextBox 14"/>
          <p:cNvSpPr txBox="1"/>
          <p:nvPr/>
        </p:nvSpPr>
        <p:spPr>
          <a:xfrm>
            <a:off x="1292626" y="2349159"/>
            <a:ext cx="10967146" cy="645795"/>
          </a:xfrm>
          <a:prstGeom prst="rect">
            <a:avLst/>
          </a:prstGeom>
        </p:spPr>
        <p:txBody>
          <a:bodyPr lIns="0" tIns="0" rIns="0" bIns="0" rtlCol="0" anchor="t">
            <a:spAutoFit/>
          </a:bodyPr>
          <a:lstStyle/>
          <a:p>
            <a:pPr algn="l">
              <a:lnSpc>
                <a:spcPts val="5040"/>
              </a:lnSpc>
            </a:pPr>
            <a:r>
              <a:rPr lang="en-US" sz="3600">
                <a:solidFill>
                  <a:srgbClr val="34455F"/>
                </a:solidFill>
                <a:ea typeface="胡晓波男神体" panose="02010600030101010101" charset="-122"/>
              </a:rPr>
              <a:t>I am great in many areas.</a:t>
            </a:r>
            <a:endParaRPr lang="en-US" sz="3600">
              <a:solidFill>
                <a:srgbClr val="34455F"/>
              </a:solidFill>
              <a:ea typeface="胡晓波男神体" panose="02010600030101010101" charset="-122"/>
            </a:endParaRPr>
          </a:p>
        </p:txBody>
      </p:sp>
      <p:sp>
        <p:nvSpPr>
          <p:cNvPr id="15" name="TextBox 15"/>
          <p:cNvSpPr txBox="1"/>
          <p:nvPr/>
        </p:nvSpPr>
        <p:spPr>
          <a:xfrm>
            <a:off x="1292626" y="3121580"/>
            <a:ext cx="10967146" cy="1163320"/>
          </a:xfrm>
          <a:prstGeom prst="rect">
            <a:avLst/>
          </a:prstGeom>
        </p:spPr>
        <p:txBody>
          <a:bodyPr lIns="0" tIns="0" rIns="0" bIns="0" rtlCol="0" anchor="t">
            <a:spAutoFit/>
          </a:bodyPr>
          <a:lstStyle/>
          <a:p>
            <a:pPr algn="l">
              <a:lnSpc>
                <a:spcPts val="3025"/>
              </a:lnSpc>
            </a:pPr>
            <a:r>
              <a:rPr lang="en-US" sz="2800">
                <a:solidFill>
                  <a:srgbClr val="737373"/>
                </a:solidFill>
                <a:ea typeface="思源黑体 1" panose="020B0500000000000000" charset="-122"/>
              </a:rPr>
              <a:t>In the protection of cultural heritage,I also play an irreplaceable role.</a:t>
            </a:r>
            <a:endParaRPr lang="en-US" sz="2800">
              <a:solidFill>
                <a:srgbClr val="737373"/>
              </a:solidFill>
              <a:ea typeface="思源黑体 1" panose="020B0500000000000000" charset="-122"/>
            </a:endParaRPr>
          </a:p>
          <a:p>
            <a:pPr algn="l">
              <a:lnSpc>
                <a:spcPts val="3025"/>
              </a:lnSpc>
            </a:pPr>
            <a:r>
              <a:rPr lang="en-US" sz="2800">
                <a:solidFill>
                  <a:srgbClr val="737373"/>
                </a:solidFill>
                <a:ea typeface="思源黑体 1" panose="020B0500000000000000" charset="-122"/>
              </a:rPr>
              <a:t>In addition,I also shine in fields such as materials science and security,contributing to the development of human society.</a:t>
            </a:r>
            <a:endParaRPr lang="en-US" sz="2800">
              <a:solidFill>
                <a:srgbClr val="737373"/>
              </a:solidFill>
              <a:ea typeface="思源黑体 1" panose="020B0500000000000000" charset="-122"/>
            </a:endParaRPr>
          </a:p>
        </p:txBody>
      </p:sp>
      <p:sp>
        <p:nvSpPr>
          <p:cNvPr id="16" name="TextBox 16"/>
          <p:cNvSpPr txBox="1"/>
          <p:nvPr/>
        </p:nvSpPr>
        <p:spPr>
          <a:xfrm>
            <a:off x="1698477" y="4808981"/>
            <a:ext cx="12227505" cy="645795"/>
          </a:xfrm>
          <a:prstGeom prst="rect">
            <a:avLst/>
          </a:prstGeom>
        </p:spPr>
        <p:txBody>
          <a:bodyPr lIns="0" tIns="0" rIns="0" bIns="0" rtlCol="0" anchor="t">
            <a:spAutoFit/>
          </a:bodyPr>
          <a:lstStyle/>
          <a:p>
            <a:pPr algn="l">
              <a:lnSpc>
                <a:spcPts val="5040"/>
              </a:lnSpc>
            </a:pPr>
            <a:r>
              <a:rPr lang="en-US" sz="3600">
                <a:solidFill>
                  <a:srgbClr val="FFFFFF"/>
                </a:solidFill>
                <a:ea typeface="胡晓波男神体" panose="02010600030101010101" charset="-122"/>
              </a:rPr>
              <a:t>All in all</a:t>
            </a:r>
            <a:endParaRPr lang="en-US" sz="3600">
              <a:solidFill>
                <a:srgbClr val="FFFFFF"/>
              </a:solidFill>
              <a:ea typeface="胡晓波男神体" panose="02010600030101010101" charset="-122"/>
            </a:endParaRPr>
          </a:p>
        </p:txBody>
      </p:sp>
      <p:sp>
        <p:nvSpPr>
          <p:cNvPr id="17" name="TextBox 17"/>
          <p:cNvSpPr txBox="1"/>
          <p:nvPr/>
        </p:nvSpPr>
        <p:spPr>
          <a:xfrm>
            <a:off x="1028700" y="485775"/>
            <a:ext cx="9658985" cy="717550"/>
          </a:xfrm>
          <a:prstGeom prst="rect">
            <a:avLst/>
          </a:prstGeom>
        </p:spPr>
        <p:txBody>
          <a:bodyPr lIns="0" tIns="0" rIns="0" bIns="0" rtlCol="0" anchor="t">
            <a:spAutoFit/>
          </a:bodyPr>
          <a:lstStyle/>
          <a:p>
            <a:pPr algn="l">
              <a:lnSpc>
                <a:spcPts val="5600"/>
              </a:lnSpc>
            </a:pPr>
            <a:r>
              <a:rPr lang="en-US" sz="4000" spc="796">
                <a:solidFill>
                  <a:srgbClr val="34455F"/>
                </a:solidFill>
                <a:ea typeface="胡晓波男神体" panose="02010600030101010101" charset="-122"/>
              </a:rPr>
              <a:t>Up to now: others</a:t>
            </a:r>
            <a:endParaRPr lang="en-US" sz="4000" spc="796">
              <a:solidFill>
                <a:srgbClr val="34455F"/>
              </a:solidFill>
              <a:ea typeface="胡晓波男神体" panose="02010600030101010101" charset="-122"/>
            </a:endParaRPr>
          </a:p>
        </p:txBody>
      </p:sp>
      <p:pic>
        <p:nvPicPr>
          <p:cNvPr id="24" name="图片 23" descr="校徽 嘉庚体校名带英文"/>
          <p:cNvPicPr>
            <a:picLocks noChangeAspect="1"/>
          </p:cNvPicPr>
          <p:nvPr/>
        </p:nvPicPr>
        <p:blipFill>
          <a:blip r:embed="rId3"/>
          <a:stretch>
            <a:fillRect/>
          </a:stretch>
        </p:blipFill>
        <p:spPr>
          <a:xfrm>
            <a:off x="14859000" y="342900"/>
            <a:ext cx="3336925" cy="9277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comb/>
      </p:transition>
    </mc:Choice>
    <mc:Fallback>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with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strips(downLeft)">
                                      <p:cBhvr>
                                        <p:cTn id="7" dur="500"/>
                                        <p:tgtEl>
                                          <p:spTgt spid="14">
                                            <p:txEl>
                                              <p:pRg st="0" end="0"/>
                                            </p:txEl>
                                          </p:spTgt>
                                        </p:tgtEl>
                                      </p:cBhvr>
                                    </p:animEffect>
                                  </p:childTnLst>
                                </p:cTn>
                              </p:par>
                              <p:par>
                                <p:cTn id="8" presetID="27" presetClass="entr" presetSubtype="0" fill="hold" nodeType="withEffect">
                                  <p:stCondLst>
                                    <p:cond delay="0"/>
                                  </p:stCondLst>
                                  <p:iterate type="lt">
                                    <p:tmPct val="50000"/>
                                  </p:iterate>
                                  <p:childTnLst>
                                    <p:set>
                                      <p:cBhvr>
                                        <p:cTn id="9" dur="1" fill="hold">
                                          <p:stCondLst>
                                            <p:cond delay="0"/>
                                          </p:stCondLst>
                                        </p:cTn>
                                        <p:tgtEl>
                                          <p:spTgt spid="15">
                                            <p:txEl>
                                              <p:pRg st="0" end="0"/>
                                            </p:txEl>
                                          </p:spTgt>
                                        </p:tgtEl>
                                        <p:attrNameLst>
                                          <p:attrName>style.visibility</p:attrName>
                                        </p:attrNameLst>
                                      </p:cBhvr>
                                      <p:to>
                                        <p:strVal val="visible"/>
                                      </p:to>
                                    </p:set>
                                    <p:anim calcmode="discrete" valueType="clr">
                                      <p:cBhvr override="childStyle">
                                        <p:cTn id="10" dur="80"/>
                                        <p:tgtEl>
                                          <p:spTgt spid="15">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1" dur="80"/>
                                        <p:tgtEl>
                                          <p:spTgt spid="15">
                                            <p:txEl>
                                              <p:pRg st="0" end="0"/>
                                            </p:txEl>
                                          </p:spTgt>
                                        </p:tgtEl>
                                        <p:attrNameLst>
                                          <p:attrName>fillcolor</p:attrName>
                                        </p:attrNameLst>
                                      </p:cBhvr>
                                      <p:tavLst>
                                        <p:tav tm="0">
                                          <p:val>
                                            <p:clrVal>
                                              <a:schemeClr val="accent2"/>
                                            </p:clrVal>
                                          </p:val>
                                        </p:tav>
                                        <p:tav tm="50000">
                                          <p:val>
                                            <p:clrVal>
                                              <a:schemeClr val="hlink"/>
                                            </p:clrVal>
                                          </p:val>
                                        </p:tav>
                                      </p:tavLst>
                                    </p:anim>
                                    <p:set>
                                      <p:cBhvr>
                                        <p:cTn id="12" dur="80"/>
                                        <p:tgtEl>
                                          <p:spTgt spid="15">
                                            <p:txEl>
                                              <p:pRg st="0" end="0"/>
                                            </p:txEl>
                                          </p:spTgt>
                                        </p:tgtEl>
                                        <p:attrNameLst>
                                          <p:attrName>fill.type</p:attrName>
                                        </p:attrNameLst>
                                      </p:cBhvr>
                                      <p:to>
                                        <p:strVal val="solid"/>
                                      </p:to>
                                    </p:set>
                                  </p:childTnLst>
                                </p:cTn>
                              </p:par>
                            </p:childTnLst>
                          </p:cTn>
                        </p:par>
                        <p:par>
                          <p:cTn id="13" fill="hold">
                            <p:stCondLst>
                              <p:cond delay="0"/>
                            </p:stCondLst>
                            <p:childTnLst>
                              <p:par>
                                <p:cTn id="14" presetID="27" presetClass="entr" presetSubtype="0" fill="hold" nodeType="afterEffect">
                                  <p:stCondLst>
                                    <p:cond delay="0"/>
                                  </p:stCondLst>
                                  <p:iterate type="lt">
                                    <p:tmPct val="50000"/>
                                  </p:iterate>
                                  <p:childTnLst>
                                    <p:set>
                                      <p:cBhvr>
                                        <p:cTn id="15" dur="1" fill="hold">
                                          <p:stCondLst>
                                            <p:cond delay="0"/>
                                          </p:stCondLst>
                                        </p:cTn>
                                        <p:tgtEl>
                                          <p:spTgt spid="15">
                                            <p:txEl>
                                              <p:pRg st="1" end="1"/>
                                            </p:txEl>
                                          </p:spTgt>
                                        </p:tgtEl>
                                        <p:attrNameLst>
                                          <p:attrName>style.visibility</p:attrName>
                                        </p:attrNameLst>
                                      </p:cBhvr>
                                      <p:to>
                                        <p:strVal val="visible"/>
                                      </p:to>
                                    </p:set>
                                    <p:anim calcmode="discrete" valueType="clr">
                                      <p:cBhvr override="childStyle">
                                        <p:cTn id="16" dur="80"/>
                                        <p:tgtEl>
                                          <p:spTgt spid="15">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7" dur="80"/>
                                        <p:tgtEl>
                                          <p:spTgt spid="15">
                                            <p:txEl>
                                              <p:pRg st="1" end="1"/>
                                            </p:txEl>
                                          </p:spTgt>
                                        </p:tgtEl>
                                        <p:attrNameLst>
                                          <p:attrName>fillcolor</p:attrName>
                                        </p:attrNameLst>
                                      </p:cBhvr>
                                      <p:tavLst>
                                        <p:tav tm="0">
                                          <p:val>
                                            <p:clrVal>
                                              <a:schemeClr val="accent2"/>
                                            </p:clrVal>
                                          </p:val>
                                        </p:tav>
                                        <p:tav tm="50000">
                                          <p:val>
                                            <p:clrVal>
                                              <a:schemeClr val="hlink"/>
                                            </p:clrVal>
                                          </p:val>
                                        </p:tav>
                                      </p:tavLst>
                                    </p:anim>
                                    <p:set>
                                      <p:cBhvr>
                                        <p:cTn id="18" dur="80"/>
                                        <p:tgtEl>
                                          <p:spTgt spid="15">
                                            <p:txEl>
                                              <p:pRg st="1" end="1"/>
                                            </p:txEl>
                                          </p:spTgt>
                                        </p:tgtEl>
                                        <p:attrNameLst>
                                          <p:attrName>fill.type</p:attrName>
                                        </p:attrNameLst>
                                      </p:cBhvr>
                                      <p:to>
                                        <p:strVal val="solid"/>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noFill/>
        </p:spPr>
      </p:sp>
      <p:grpSp>
        <p:nvGrpSpPr>
          <p:cNvPr id="5" name="Group 5"/>
          <p:cNvGrpSpPr/>
          <p:nvPr/>
        </p:nvGrpSpPr>
        <p:grpSpPr>
          <a:xfrm rot="0">
            <a:off x="1924414" y="5825892"/>
            <a:ext cx="7419611" cy="198111"/>
            <a:chOff x="0" y="0"/>
            <a:chExt cx="2019519" cy="53923"/>
          </a:xfrm>
        </p:grpSpPr>
        <p:sp>
          <p:nvSpPr>
            <p:cNvPr id="6" name="Freeform 6"/>
            <p:cNvSpPr/>
            <p:nvPr/>
          </p:nvSpPr>
          <p:spPr>
            <a:xfrm>
              <a:off x="0" y="0"/>
              <a:ext cx="2019519" cy="53923"/>
            </a:xfrm>
            <a:custGeom>
              <a:avLst/>
              <a:gdLst/>
              <a:ahLst/>
              <a:cxnLst/>
              <a:rect l="l" t="t" r="r" b="b"/>
              <a:pathLst>
                <a:path w="2019519" h="53923">
                  <a:moveTo>
                    <a:pt x="26962" y="0"/>
                  </a:moveTo>
                  <a:lnTo>
                    <a:pt x="1992557" y="0"/>
                  </a:lnTo>
                  <a:cubicBezTo>
                    <a:pt x="2007447" y="0"/>
                    <a:pt x="2019519" y="12071"/>
                    <a:pt x="2019519" y="26962"/>
                  </a:cubicBezTo>
                  <a:lnTo>
                    <a:pt x="2019519" y="26962"/>
                  </a:lnTo>
                  <a:cubicBezTo>
                    <a:pt x="2019519" y="34112"/>
                    <a:pt x="2016678" y="40970"/>
                    <a:pt x="2011622" y="46026"/>
                  </a:cubicBezTo>
                  <a:cubicBezTo>
                    <a:pt x="2006566" y="51083"/>
                    <a:pt x="1999708" y="53923"/>
                    <a:pt x="1992557" y="53923"/>
                  </a:cubicBezTo>
                  <a:lnTo>
                    <a:pt x="26962" y="53923"/>
                  </a:lnTo>
                  <a:cubicBezTo>
                    <a:pt x="19811" y="53923"/>
                    <a:pt x="12953" y="51083"/>
                    <a:pt x="7897" y="46026"/>
                  </a:cubicBezTo>
                  <a:cubicBezTo>
                    <a:pt x="2841" y="40970"/>
                    <a:pt x="0" y="34112"/>
                    <a:pt x="0" y="26962"/>
                  </a:cubicBezTo>
                  <a:lnTo>
                    <a:pt x="0" y="26962"/>
                  </a:lnTo>
                  <a:cubicBezTo>
                    <a:pt x="0" y="19811"/>
                    <a:pt x="2841" y="12953"/>
                    <a:pt x="7897" y="7897"/>
                  </a:cubicBezTo>
                  <a:cubicBezTo>
                    <a:pt x="12953" y="2841"/>
                    <a:pt x="19811" y="0"/>
                    <a:pt x="26962" y="0"/>
                  </a:cubicBezTo>
                  <a:close/>
                </a:path>
              </a:pathLst>
            </a:custGeom>
            <a:solidFill>
              <a:srgbClr val="ED9B7F"/>
            </a:solidFill>
            <a:ln cap="rnd">
              <a:noFill/>
              <a:prstDash val="solid"/>
              <a:round/>
            </a:ln>
          </p:spPr>
        </p:sp>
        <p:sp>
          <p:nvSpPr>
            <p:cNvPr id="7" name="TextBox 7"/>
            <p:cNvSpPr txBox="1"/>
            <p:nvPr/>
          </p:nvSpPr>
          <p:spPr>
            <a:xfrm>
              <a:off x="0" y="-47625"/>
              <a:ext cx="2019519" cy="101548"/>
            </a:xfrm>
            <a:prstGeom prst="rect">
              <a:avLst/>
            </a:prstGeom>
          </p:spPr>
          <p:txBody>
            <a:bodyPr lIns="50800" tIns="50800" rIns="50800" bIns="50800" rtlCol="0" anchor="ctr"/>
            <a:lstStyle/>
            <a:p>
              <a:pPr marL="0" lvl="0" indent="0" algn="ctr">
                <a:lnSpc>
                  <a:spcPts val="3210"/>
                </a:lnSpc>
                <a:spcBef>
                  <a:spcPct val="0"/>
                </a:spcBef>
              </a:pPr>
            </a:p>
          </p:txBody>
        </p:sp>
      </p:grpSp>
      <p:sp>
        <p:nvSpPr>
          <p:cNvPr id="8" name="TextBox 8"/>
          <p:cNvSpPr txBox="1"/>
          <p:nvPr/>
        </p:nvSpPr>
        <p:spPr>
          <a:xfrm>
            <a:off x="1924414" y="2680152"/>
            <a:ext cx="8807158" cy="1098005"/>
          </a:xfrm>
          <a:prstGeom prst="rect">
            <a:avLst/>
          </a:prstGeom>
        </p:spPr>
        <p:txBody>
          <a:bodyPr lIns="0" tIns="0" rIns="0" bIns="0" rtlCol="0" anchor="t">
            <a:spAutoFit/>
          </a:bodyPr>
          <a:lstStyle/>
          <a:p>
            <a:pPr algn="l">
              <a:lnSpc>
                <a:spcPts val="8520"/>
              </a:lnSpc>
            </a:pPr>
            <a:r>
              <a:rPr lang="en-US" sz="7610">
                <a:solidFill>
                  <a:srgbClr val="1E1E1E"/>
                </a:solidFill>
                <a:latin typeface="Allura" panose="02000000000000000000"/>
              </a:rPr>
              <a:t>Thank you for watching</a:t>
            </a:r>
            <a:endParaRPr lang="en-US" sz="7610">
              <a:solidFill>
                <a:srgbClr val="1E1E1E"/>
              </a:solidFill>
              <a:latin typeface="Allura" panose="02000000000000000000"/>
            </a:endParaRPr>
          </a:p>
        </p:txBody>
      </p:sp>
      <p:sp>
        <p:nvSpPr>
          <p:cNvPr id="9" name="TextBox 9"/>
          <p:cNvSpPr txBox="1"/>
          <p:nvPr/>
        </p:nvSpPr>
        <p:spPr>
          <a:xfrm>
            <a:off x="-219819" y="3406682"/>
            <a:ext cx="15153374" cy="2126345"/>
          </a:xfrm>
          <a:prstGeom prst="rect">
            <a:avLst/>
          </a:prstGeom>
        </p:spPr>
        <p:txBody>
          <a:bodyPr lIns="0" tIns="0" rIns="0" bIns="0" rtlCol="0" anchor="t">
            <a:spAutoFit/>
          </a:bodyPr>
          <a:lstStyle/>
          <a:p>
            <a:pPr algn="ctr">
              <a:lnSpc>
                <a:spcPts val="17385"/>
              </a:lnSpc>
            </a:pPr>
            <a:r>
              <a:rPr lang="en-US" sz="12420" spc="2471">
                <a:solidFill>
                  <a:srgbClr val="34455F"/>
                </a:solidFill>
                <a:ea typeface="胡晓波男神体" panose="02010600030101010101" charset="-122"/>
              </a:rPr>
              <a:t>感谢您的观看</a:t>
            </a:r>
            <a:endParaRPr lang="en-US" sz="12420" spc="2471">
              <a:solidFill>
                <a:srgbClr val="34455F"/>
              </a:solidFill>
              <a:ea typeface="胡晓波男神体" panose="0201060003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KSO_WM_DIAGRAM_VIRTUALLY_FRAME" val="{&quot;height&quot;:480.13496062992124,&quot;left&quot;:130.14220472440945,&quot;top&quot;:197.41094488188975,&quot;width&quot;:1179.7156692913386}"/>
</p:tagLst>
</file>

<file path=ppt/tags/tag2.xml><?xml version="1.0" encoding="utf-8"?>
<p:tagLst xmlns:p="http://schemas.openxmlformats.org/presentationml/2006/main">
  <p:tag name="KSO_WM_DIAGRAM_VIRTUALLY_FRAME" val="{&quot;height&quot;:480.13496062992124,&quot;left&quot;:130.14220472440945,&quot;top&quot;:197.41094488188975,&quot;width&quot;:1179.7156692913386}"/>
</p:tagLst>
</file>

<file path=ppt/tags/tag3.xml><?xml version="1.0" encoding="utf-8"?>
<p:tagLst xmlns:p="http://schemas.openxmlformats.org/presentationml/2006/main">
  <p:tag name="KSO_WM_DIAGRAM_VIRTUALLY_FRAME" val="{&quot;height&quot;:480.13496062992124,&quot;left&quot;:130.14220472440945,&quot;top&quot;:197.41094488188975,&quot;width&quot;:1179.7156692913386}"/>
</p:tagLst>
</file>

<file path=ppt/tags/tag4.xml><?xml version="1.0" encoding="utf-8"?>
<p:tagLst xmlns:p="http://schemas.openxmlformats.org/presentationml/2006/main">
  <p:tag name="KSO_WM_DIAGRAM_VIRTUALLY_FRAME" val="{&quot;height&quot;:480.13496062992124,&quot;left&quot;:130.14220472440945,&quot;top&quot;:197.41094488188975,&quot;width&quot;:1179.7156692913386}"/>
</p:tagLst>
</file>

<file path=ppt/tags/tag5.xml><?xml version="1.0" encoding="utf-8"?>
<p:tagLst xmlns:p="http://schemas.openxmlformats.org/presentationml/2006/main">
  <p:tag name="KSO_WM_DIAGRAM_VIRTUALLY_FRAME" val="{&quot;height&quot;:480.13496062992124,&quot;left&quot;:130.14220472440945,&quot;top&quot;:197.41094488188975,&quot;width&quot;:1179.7156692913386}"/>
</p:tagLst>
</file>

<file path=ppt/tags/tag6.xml><?xml version="1.0" encoding="utf-8"?>
<p:tagLst xmlns:p="http://schemas.openxmlformats.org/presentationml/2006/main">
  <p:tag name="KSO_WM_DIAGRAM_VIRTUALLY_FRAME" val="{&quot;height&quot;:480.13496062992124,&quot;left&quot;:130.14220472440945,&quot;top&quot;:197.41094488188975,&quot;width&quot;:1179.7156692913386}"/>
</p:tagLst>
</file>

<file path=ppt/tags/tag7.xml><?xml version="1.0" encoding="utf-8"?>
<p:tagLst xmlns:p="http://schemas.openxmlformats.org/presentationml/2006/main">
  <p:tag name="KSO_WM_DIAGRAM_VIRTUALLY_FRAME" val="{&quot;height&quot;:480.13496062992124,&quot;left&quot;:130.14220472440945,&quot;top&quot;:197.41094488188975,&quot;width&quot;:1179.7156692913386}"/>
</p:tagLst>
</file>

<file path=ppt/tags/tag8.xml><?xml version="1.0" encoding="utf-8"?>
<p:tagLst xmlns:p="http://schemas.openxmlformats.org/presentationml/2006/main">
  <p:tag name="KSO_WM_DIAGRAM_VIRTUALLY_FRAME" val="{&quot;height&quot;:480.13496062992124,&quot;left&quot;:130.14220472440945,&quot;top&quot;:197.41094488188975,&quot;width&quot;:1179.7156692913386}"/>
</p:tagLst>
</file>

<file path=ppt/tags/tag9.xml><?xml version="1.0" encoding="utf-8"?>
<p:tagLst xmlns:p="http://schemas.openxmlformats.org/presentationml/2006/main">
  <p:tag name="KSO_WM_DIAGRAM_VIRTUALLY_FRAME" val="{&quot;height&quot;:480.13496062992124,&quot;left&quot;:130.14220472440945,&quot;top&quot;:197.41094488188975,&quot;width&quot;:1179.7156692913386}"/>
</p:tagLst>
</file>

<file path=ppt/tags/tag10.xml><?xml version="1.0" encoding="utf-8"?>
<p:tagLst xmlns:p="http://schemas.openxmlformats.org/presentationml/2006/main">
  <p:tag name="KSO_WM_DIAGRAM_VIRTUALLY_FRAME" val="{&quot;height&quot;:480.13496062992124,&quot;left&quot;:130.14220472440945,&quot;top&quot;:197.41094488188975,&quot;width&quot;:1179.7156692913386}"/>
</p:tagLst>
</file>

<file path=ppt/tags/tag11.xml><?xml version="1.0" encoding="utf-8"?>
<p:tagLst xmlns:p="http://schemas.openxmlformats.org/presentationml/2006/main">
  <p:tag name="KSO_WM_DIAGRAM_VIRTUALLY_FRAME" val="{&quot;height&quot;:480.13496062992124,&quot;left&quot;:130.14220472440945,&quot;top&quot;:197.41094488188975,&quot;width&quot;:1179.7156692913386}"/>
</p:tagLst>
</file>

<file path=ppt/tags/tag12.xml><?xml version="1.0" encoding="utf-8"?>
<p:tagLst xmlns:p="http://schemas.openxmlformats.org/presentationml/2006/main">
  <p:tag name="KSO_WM_DIAGRAM_VIRTUALLY_FRAME" val="{&quot;height&quot;:480.13496062992124,&quot;left&quot;:130.14220472440945,&quot;top&quot;:197.41094488188975,&quot;width&quot;:1179.7156692913386}"/>
</p:tagLst>
</file>

<file path=ppt/tags/tag13.xml><?xml version="1.0" encoding="utf-8"?>
<p:tagLst xmlns:p="http://schemas.openxmlformats.org/presentationml/2006/main">
  <p:tag name="KSO_WM_DIAGRAM_VIRTUALLY_FRAME" val="{&quot;height&quot;:480.13496062992124,&quot;left&quot;:130.14220472440945,&quot;top&quot;:197.41094488188975,&quot;width&quot;:1179.7156692913386}"/>
</p:tagLst>
</file>

<file path=ppt/tags/tag14.xml><?xml version="1.0" encoding="utf-8"?>
<p:tagLst xmlns:p="http://schemas.openxmlformats.org/presentationml/2006/main">
  <p:tag name="KSO_WM_DIAGRAM_VIRTUALLY_FRAME" val="{&quot;height&quot;:480.13496062992124,&quot;left&quot;:130.14220472440945,&quot;top&quot;:197.41094488188975,&quot;width&quot;:1179.7156692913386}"/>
</p:tagLst>
</file>

<file path=ppt/tags/tag15.xml><?xml version="1.0" encoding="utf-8"?>
<p:tagLst xmlns:p="http://schemas.openxmlformats.org/presentationml/2006/main">
  <p:tag name="KSO_WM_DIAGRAM_VIRTUALLY_FRAME" val="{&quot;height&quot;:480.13496062992124,&quot;left&quot;:130.14220472440945,&quot;top&quot;:197.41094488188975,&quot;width&quot;:1179.7156692913386}"/>
</p:tagLst>
</file>

<file path=ppt/tags/tag16.xml><?xml version="1.0" encoding="utf-8"?>
<p:tagLst xmlns:p="http://schemas.openxmlformats.org/presentationml/2006/main">
  <p:tag name="KSO_WM_DIAGRAM_VIRTUALLY_FRAME" val="{&quot;height&quot;:480.13496062992124,&quot;left&quot;:130.14220472440945,&quot;top&quot;:197.41094488188975,&quot;width&quot;:1179.7156692913386}"/>
</p:tagLst>
</file>

<file path=ppt/tags/tag17.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18.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19.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20.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21.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22.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23.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24.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25.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26.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27.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28.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29.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30.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31.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32.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33.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34.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35.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36.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37.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38.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39.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40.xml><?xml version="1.0" encoding="utf-8"?>
<p:tagLst xmlns:p="http://schemas.openxmlformats.org/presentationml/2006/main">
  <p:tag name="KSO_WM_DIAGRAM_VIRTUALLY_FRAME" val="{&quot;height&quot;:450.09299212598427,&quot;left&quot;:686.8857480314961,&quot;top&quot;:170.91511811023622,&quot;width&quot;:737.8694488188976}"/>
</p:tagLst>
</file>

<file path=ppt/tags/tag41.xml><?xml version="1.0" encoding="utf-8"?>
<p:tagLst xmlns:p="http://schemas.openxmlformats.org/presentationml/2006/main">
  <p:tag name="KSO_WM_DIAGRAM_VIRTUALLY_FRAME" val="{&quot;height&quot;:250.75283464566937,&quot;left&quot;:108.37826771653542,&quot;top&quot;:386.07330708661414,&quot;width&quot;:1223.2433858267718}"/>
</p:tagLst>
</file>

<file path=ppt/tags/tag42.xml><?xml version="1.0" encoding="utf-8"?>
<p:tagLst xmlns:p="http://schemas.openxmlformats.org/presentationml/2006/main">
  <p:tag name="KSO_WM_DIAGRAM_VIRTUALLY_FRAME" val="{&quot;height&quot;:250.75283464566937,&quot;left&quot;:108.37826771653542,&quot;top&quot;:386.07330708661414,&quot;width&quot;:1223.2433858267718}"/>
</p:tagLst>
</file>

<file path=ppt/tags/tag43.xml><?xml version="1.0" encoding="utf-8"?>
<p:tagLst xmlns:p="http://schemas.openxmlformats.org/presentationml/2006/main">
  <p:tag name="KSO_WM_DIAGRAM_VIRTUALLY_FRAME" val="{&quot;height&quot;:526.992440944882,&quot;left&quot;:143.0982677165354,&quot;top&quot;:176.12692913385825,&quot;width&quot;:1153.8034645669293}"/>
</p:tagLst>
</file>

<file path=ppt/tags/tag44.xml><?xml version="1.0" encoding="utf-8"?>
<p:tagLst xmlns:p="http://schemas.openxmlformats.org/presentationml/2006/main">
  <p:tag name="KSO_WM_DIAGRAM_VIRTUALLY_FRAME" val="{&quot;height&quot;:532.2351968503938,&quot;left&quot;:143.0982677165354,&quot;top&quot;:176.12692913385825,&quot;width&quot;:1153.8034645669293}"/>
</p:tagLst>
</file>

<file path=ppt/tags/tag45.xml><?xml version="1.0" encoding="utf-8"?>
<p:tagLst xmlns:p="http://schemas.openxmlformats.org/presentationml/2006/main">
  <p:tag name="KSO_WM_DIAGRAM_VIRTUALLY_FRAME" val="{&quot;height&quot;:526.992440944882,&quot;left&quot;:143.0982677165354,&quot;top&quot;:176.12692913385825,&quot;width&quot;:1153.8034645669293}"/>
</p:tagLst>
</file>

<file path=ppt/tags/tag46.xml><?xml version="1.0" encoding="utf-8"?>
<p:tagLst xmlns:p="http://schemas.openxmlformats.org/presentationml/2006/main">
  <p:tag name="KSO_WM_DIAGRAM_VIRTUALLY_FRAME" val="{&quot;height&quot;:532.2351968503938,&quot;left&quot;:143.0982677165354,&quot;top&quot;:176.12692913385825,&quot;width&quot;:1153.8034645669293}"/>
</p:tagLst>
</file>

<file path=ppt/tags/tag47.xml><?xml version="1.0" encoding="utf-8"?>
<p:tagLst xmlns:p="http://schemas.openxmlformats.org/presentationml/2006/main">
  <p:tag name="KSO_WM_DIAGRAM_VIRTUALLY_FRAME" val="{&quot;height&quot;:532.2351968503938,&quot;left&quot;:143.0982677165354,&quot;top&quot;:176.12692913385825,&quot;width&quot;:1153.8034645669293}"/>
</p:tagLst>
</file>

<file path=ppt/tags/tag48.xml><?xml version="1.0" encoding="utf-8"?>
<p:tagLst xmlns:p="http://schemas.openxmlformats.org/presentationml/2006/main">
  <p:tag name="KSO_WM_DIAGRAM_VIRTUALLY_FRAME" val="{&quot;height&quot;:532.2351968503938,&quot;left&quot;:143.0982677165354,&quot;top&quot;:176.12692913385825,&quot;width&quot;:1153.8034645669293}"/>
</p:tagLst>
</file>

<file path=ppt/tags/tag49.xml><?xml version="1.0" encoding="utf-8"?>
<p:tagLst xmlns:p="http://schemas.openxmlformats.org/presentationml/2006/main">
  <p:tag name="KSO_WM_DIAGRAM_VIRTUALLY_FRAME" val="{&quot;height&quot;:532.2351968503938,&quot;left&quot;:143.0982677165354,&quot;top&quot;:176.12692913385825,&quot;width&quot;:1153.8034645669293}"/>
</p:tagLst>
</file>

<file path=ppt/tags/tag50.xml><?xml version="1.0" encoding="utf-8"?>
<p:tagLst xmlns:p="http://schemas.openxmlformats.org/presentationml/2006/main">
  <p:tag name="KSO_WM_DIAGRAM_VIRTUALLY_FRAME" val="{&quot;height&quot;:532.2351968503938,&quot;left&quot;:143.0982677165354,&quot;top&quot;:176.12692913385825,&quot;width&quot;:1153.8034645669293}"/>
</p:tagLst>
</file>

<file path=ppt/tags/tag51.xml><?xml version="1.0" encoding="utf-8"?>
<p:tagLst xmlns:p="http://schemas.openxmlformats.org/presentationml/2006/main">
  <p:tag name="commondata" val="eyJoZGlkIjoiOGZkZTMwN2NmYmI1MmM1OTVlMTNjMzExOGFjY2U3YzQifQ=="/>
  <p:tag name="resource_record_key" val="{&quot;13&quot;:[436495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2889</Words>
  <Application>WPS 演示</Application>
  <PresentationFormat>On-screen Show (4:3)</PresentationFormat>
  <Paragraphs>127</Paragraphs>
  <Slides>13</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13</vt:i4>
      </vt:variant>
    </vt:vector>
  </HeadingPairs>
  <TitlesOfParts>
    <vt:vector size="32" baseType="lpstr">
      <vt:lpstr>Arial</vt:lpstr>
      <vt:lpstr>宋体</vt:lpstr>
      <vt:lpstr>Wingdings</vt:lpstr>
      <vt:lpstr>方正韵动中黑简体</vt:lpstr>
      <vt:lpstr>思源宋体 Medium</vt:lpstr>
      <vt:lpstr>汉仪旗黑-50简</vt:lpstr>
      <vt:lpstr>胡晓波男神体</vt:lpstr>
      <vt:lpstr>思源黑体 1 Extra-Light</vt:lpstr>
      <vt:lpstr>黑体</vt:lpstr>
      <vt:lpstr>思源黑体 1</vt:lpstr>
      <vt:lpstr>思源黑体 2 Bold</vt:lpstr>
      <vt:lpstr>思源黑体 2</vt:lpstr>
      <vt:lpstr>Public Sans Bold Italics</vt:lpstr>
      <vt:lpstr>思源黑体 1 Semi-Bold</vt:lpstr>
      <vt:lpstr>Allura</vt:lpstr>
      <vt:lpstr>Calibri</vt:lpstr>
      <vt:lpstr>微软雅黑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蓝色莫兰迪课堂汇报演示文稿</dc:title>
  <dc:creator/>
  <cp:lastModifiedBy>15710668700</cp:lastModifiedBy>
  <cp:revision>75</cp:revision>
  <dcterms:created xsi:type="dcterms:W3CDTF">2006-08-16T00:00:00Z</dcterms:created>
  <dcterms:modified xsi:type="dcterms:W3CDTF">2024-11-16T17:27:07Z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7475B82F09334F06B19A7935F557C36A_12</vt:lpwstr>
  </property>
  <property fmtid="{D5CDD505-2E9C-101B-9397-08002B2CF9AE}" pid="3" name="KSOProductBuildVer">
    <vt:lpwstr>2052-12.1.0.18608</vt:lpwstr>
  </property>
</Properties>
</file>