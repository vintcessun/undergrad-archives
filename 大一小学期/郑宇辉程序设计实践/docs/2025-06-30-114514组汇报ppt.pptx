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0" r:id="rId3"/>
  </p:sldMasterIdLst>
  <p:notesMasterIdLst>
    <p:notesMasterId r:id="rId5"/>
  </p:notesMasterIdLst>
  <p:sldIdLst>
    <p:sldId id="727" r:id="rId4"/>
    <p:sldId id="779" r:id="rId6"/>
    <p:sldId id="780" r:id="rId7"/>
    <p:sldId id="796" r:id="rId8"/>
    <p:sldId id="806" r:id="rId9"/>
    <p:sldId id="804" r:id="rId10"/>
    <p:sldId id="801" r:id="rId11"/>
    <p:sldId id="798" r:id="rId12"/>
    <p:sldId id="807" r:id="rId13"/>
    <p:sldId id="805" r:id="rId14"/>
    <p:sldId id="803" r:id="rId15"/>
  </p:sldIdLst>
  <p:sldSz cx="11522075" cy="6480175"/>
  <p:notesSz cx="6858000" cy="9144000"/>
  <p:embeddedFontLst>
    <p:embeddedFont>
      <p:font typeface="微软雅黑" panose="020B0503020204020204" pitchFamily="34" charset="-122"/>
      <p:regular r:id="rId19"/>
    </p:embeddedFont>
    <p:embeddedFont>
      <p:font typeface="微软雅黑 Light" panose="020B0502040204020203" pitchFamily="34" charset="-122"/>
      <p:regular r:id="rId20"/>
    </p:embeddedFont>
    <p:embeddedFont>
      <p:font typeface="少年的你如此美丽" panose="02010600010101010101" pitchFamily="2" charset="-122"/>
      <p:regular r:id="rId21"/>
    </p:embeddedFont>
    <p:embeddedFont>
      <p:font typeface="庞门正道粗书体" panose="02010600030101010101" pitchFamily="2" charset="-122"/>
      <p:regular r:id="rId22"/>
    </p:embeddedFont>
    <p:embeddedFont>
      <p:font typeface="Berlin Sans FB" panose="020E0602020502020306" pitchFamily="34" charset="0"/>
      <p:regular r:id="rId23"/>
      <p:bold r:id="rId24"/>
    </p:embeddedFont>
    <p:embeddedFont>
      <p:font typeface="汉仪中圆简" panose="02010604000101010101" pitchFamily="2" charset="-122"/>
      <p:regular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628" userDrawn="1">
          <p15:clr>
            <a:srgbClr val="A4A3A4"/>
          </p15:clr>
        </p15:guide>
        <p15:guide id="3" orient="horz" pos="20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76E0"/>
    <a:srgbClr val="FDE848"/>
    <a:srgbClr val="FFFFFF"/>
    <a:srgbClr val="FCFBF9"/>
    <a:srgbClr val="D7E1D6"/>
    <a:srgbClr val="E8F3E8"/>
    <a:srgbClr val="EBF5EC"/>
    <a:srgbClr val="0E833C"/>
    <a:srgbClr val="23AD14"/>
    <a:srgbClr val="5574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66" autoAdjust="0"/>
    <p:restoredTop sz="85044" autoAdjust="0"/>
  </p:normalViewPr>
  <p:slideViewPr>
    <p:cSldViewPr snapToObjects="1" showGuides="1">
      <p:cViewPr>
        <p:scale>
          <a:sx n="66" d="100"/>
          <a:sy n="66" d="100"/>
        </p:scale>
        <p:origin x="342" y="582"/>
      </p:cViewPr>
      <p:guideLst>
        <p:guide pos="3628"/>
        <p:guide orient="horz" pos="20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Objects="1">
      <p:cViewPr varScale="1">
        <p:scale>
          <a:sx n="83" d="100"/>
          <a:sy n="83" d="100"/>
        </p:scale>
        <p:origin x="-3192" y="-90"/>
      </p:cViewPr>
      <p:guideLst>
        <p:guide orient="horz" pos="2879"/>
        <p:guide pos="2160"/>
      </p:guideLst>
    </p:cSldViewPr>
  </p:notesViewPr>
  <p:gridSpacing cx="180023" cy="180023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2B699-C6B7-4DA8-8858-B4A63886AB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C1AD92-4491-470B-AC64-A48031177D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C1AD92-4491-470B-AC64-A48031177D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C1AD92-4491-470B-AC64-A48031177D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C1AD92-4491-470B-AC64-A48031177D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C1AD92-4491-470B-AC64-A48031177D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C1AD92-4491-470B-AC64-A48031177D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C1AD92-4491-470B-AC64-A48031177D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C1AD92-4491-470B-AC64-A48031177D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image" Target="../media/image3.png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3" Type="http://schemas.openxmlformats.org/officeDocument/2006/relationships/image" Target="../media/image4.png"/><Relationship Id="rId22" Type="http://schemas.openxmlformats.org/officeDocument/2006/relationships/tags" Target="../tags/tag63.xml"/><Relationship Id="rId21" Type="http://schemas.openxmlformats.org/officeDocument/2006/relationships/tags" Target="../tags/tag62.xml"/><Relationship Id="rId20" Type="http://schemas.openxmlformats.org/officeDocument/2006/relationships/tags" Target="../tags/tag61.xml"/><Relationship Id="rId2" Type="http://schemas.openxmlformats.org/officeDocument/2006/relationships/tags" Target="../tags/tag43.xml"/><Relationship Id="rId19" Type="http://schemas.openxmlformats.org/officeDocument/2006/relationships/tags" Target="../tags/tag60.xml"/><Relationship Id="rId18" Type="http://schemas.openxmlformats.org/officeDocument/2006/relationships/tags" Target="../tags/tag59.xml"/><Relationship Id="rId17" Type="http://schemas.openxmlformats.org/officeDocument/2006/relationships/tags" Target="../tags/tag58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7" Type="http://schemas.openxmlformats.org/officeDocument/2006/relationships/image" Target="../media/image5.png"/><Relationship Id="rId26" Type="http://schemas.openxmlformats.org/officeDocument/2006/relationships/tags" Target="../tags/tag118.xml"/><Relationship Id="rId25" Type="http://schemas.openxmlformats.org/officeDocument/2006/relationships/tags" Target="../tags/tag117.xml"/><Relationship Id="rId24" Type="http://schemas.openxmlformats.org/officeDocument/2006/relationships/tags" Target="../tags/tag116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3705" y="1588"/>
            <a:ext cx="11514067" cy="6477000"/>
          </a:xfrm>
          <a:prstGeom prst="rect">
            <a:avLst/>
          </a:prstGeom>
          <a:gradFill>
            <a:gsLst>
              <a:gs pos="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158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795338" y="1073292"/>
            <a:ext cx="4901530" cy="208343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105">
                <a:solidFill>
                  <a:schemeClr val="tx1"/>
                </a:solidFill>
              </a:defRPr>
            </a:lvl1pPr>
          </a:lstStyle>
          <a:p>
            <a:r>
              <a:rPr lang="zh-CN" altLang="en-US" dirty="0">
                <a:sym typeface="+mn-ea"/>
              </a:rPr>
              <a:t>单击此处编辑母版标题</a:t>
            </a:r>
            <a:endParaRPr lang="zh-CN" altLang="en-US" dirty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795338" y="3362431"/>
            <a:ext cx="3734470" cy="479778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080">
                <a:solidFill>
                  <a:schemeClr val="tx1"/>
                </a:solidFill>
              </a:defRPr>
            </a:lvl1pPr>
            <a:lvl2pPr marL="431800" indent="0" algn="ctr">
              <a:buNone/>
              <a:defRPr sz="1890"/>
            </a:lvl2pPr>
            <a:lvl3pPr marL="864235" indent="0" algn="ctr">
              <a:buNone/>
              <a:defRPr sz="1700"/>
            </a:lvl3pPr>
            <a:lvl4pPr marL="1296035" indent="0" algn="ctr">
              <a:buNone/>
              <a:defRPr sz="1510"/>
            </a:lvl4pPr>
            <a:lvl5pPr marL="1727835" indent="0" algn="ctr">
              <a:buNone/>
              <a:defRPr sz="1510"/>
            </a:lvl5pPr>
            <a:lvl6pPr marL="2160270" indent="0" algn="ctr">
              <a:buNone/>
              <a:defRPr sz="1510"/>
            </a:lvl6pPr>
            <a:lvl7pPr marL="2592070" indent="0" algn="ctr">
              <a:buNone/>
              <a:defRPr sz="1510"/>
            </a:lvl7pPr>
            <a:lvl8pPr marL="3023870" indent="0" algn="ctr">
              <a:buNone/>
              <a:defRPr sz="1510"/>
            </a:lvl8pPr>
            <a:lvl9pPr marL="3456305" indent="0" algn="ctr">
              <a:buNone/>
              <a:defRPr sz="151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713776" y="429790"/>
            <a:ext cx="10279239" cy="534353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17" name="矩形 16"/>
          <p:cNvSpPr/>
          <p:nvPr userDrawn="1">
            <p:custDataLst>
              <p:tags r:id="rId6"/>
            </p:custDataLst>
          </p:nvPr>
        </p:nvSpPr>
        <p:spPr>
          <a:xfrm>
            <a:off x="630414" y="321240"/>
            <a:ext cx="10266045" cy="534353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9" name="矩形 8"/>
          <p:cNvSpPr/>
          <p:nvPr userDrawn="1">
            <p:custDataLst>
              <p:tags r:id="rId7"/>
            </p:custDataLst>
          </p:nvPr>
        </p:nvSpPr>
        <p:spPr>
          <a:xfrm>
            <a:off x="795938" y="428590"/>
            <a:ext cx="293864" cy="298662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11" name="乘号 10"/>
          <p:cNvSpPr/>
          <p:nvPr userDrawn="1">
            <p:custDataLst>
              <p:tags r:id="rId8"/>
            </p:custDataLst>
          </p:nvPr>
        </p:nvSpPr>
        <p:spPr>
          <a:xfrm>
            <a:off x="849913" y="482565"/>
            <a:ext cx="191911" cy="191911"/>
          </a:xfrm>
          <a:prstGeom prst="mathMultiply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cxnSp>
        <p:nvCxnSpPr>
          <p:cNvPr id="22" name="直接连接符 21"/>
          <p:cNvCxnSpPr/>
          <p:nvPr userDrawn="1">
            <p:custDataLst>
              <p:tags r:id="rId9"/>
            </p:custDataLst>
          </p:nvPr>
        </p:nvCxnSpPr>
        <p:spPr>
          <a:xfrm>
            <a:off x="8033386" y="579121"/>
            <a:ext cx="1657632" cy="0"/>
          </a:xfrm>
          <a:prstGeom prst="line">
            <a:avLst/>
          </a:prstGeom>
          <a:ln>
            <a:solidFill>
              <a:srgbClr val="F8F8F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>
            <p:custDataLst>
              <p:tags r:id="rId10"/>
            </p:custDataLst>
          </p:nvPr>
        </p:nvSpPr>
        <p:spPr>
          <a:xfrm>
            <a:off x="740164" y="4340578"/>
            <a:ext cx="10157495" cy="1835150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13" name="矩形 12"/>
          <p:cNvSpPr/>
          <p:nvPr userDrawn="1">
            <p:custDataLst>
              <p:tags r:id="rId11"/>
            </p:custDataLst>
          </p:nvPr>
        </p:nvSpPr>
        <p:spPr>
          <a:xfrm>
            <a:off x="630414" y="4260815"/>
            <a:ext cx="10144901" cy="1794369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dirty="0"/>
          </a:p>
        </p:txBody>
      </p:sp>
      <p:sp>
        <p:nvSpPr>
          <p:cNvPr id="36" name="矩形 35"/>
          <p:cNvSpPr/>
          <p:nvPr userDrawn="1">
            <p:custDataLst>
              <p:tags r:id="rId12"/>
            </p:custDataLst>
          </p:nvPr>
        </p:nvSpPr>
        <p:spPr>
          <a:xfrm>
            <a:off x="1333889" y="4915712"/>
            <a:ext cx="3114957" cy="559541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1291308" y="341031"/>
            <a:ext cx="2367104" cy="476179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51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4143587" y="341031"/>
            <a:ext cx="1553281" cy="476179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51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日期时间</a:t>
            </a:r>
            <a:endParaRPr lang="zh-CN" alt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15"/>
            </p:custDataLst>
          </p:nvPr>
        </p:nvSpPr>
        <p:spPr>
          <a:xfrm>
            <a:off x="6182043" y="341031"/>
            <a:ext cx="1742793" cy="476179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51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联系方式</a:t>
            </a:r>
            <a:endParaRPr lang="zh-CN" altLang="en-US" dirty="0"/>
          </a:p>
        </p:txBody>
      </p:sp>
      <p:cxnSp>
        <p:nvCxnSpPr>
          <p:cNvPr id="29" name="直接连接符 28"/>
          <p:cNvCxnSpPr/>
          <p:nvPr userDrawn="1">
            <p:custDataLst>
              <p:tags r:id="rId16"/>
            </p:custDataLst>
          </p:nvPr>
        </p:nvCxnSpPr>
        <p:spPr>
          <a:xfrm>
            <a:off x="3723182" y="488562"/>
            <a:ext cx="0" cy="18591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17"/>
            </p:custDataLst>
          </p:nvPr>
        </p:nvCxnSpPr>
        <p:spPr>
          <a:xfrm>
            <a:off x="5737049" y="488562"/>
            <a:ext cx="0" cy="18591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1236134" y="4840147"/>
            <a:ext cx="3107761" cy="524157"/>
          </a:xfrm>
          <a:solidFill>
            <a:schemeClr val="accent1"/>
          </a:solidFill>
          <a:ln w="22225">
            <a:solidFill>
              <a:srgbClr val="000000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51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>
          <a:xfrm>
            <a:off x="8135938" y="6004807"/>
            <a:ext cx="2590800" cy="344840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 userDrawn="1">
            <p:custDataLst>
              <p:tags r:id="rId22"/>
            </p:custDataLst>
          </p:nvPr>
        </p:nvSpPr>
        <p:spPr>
          <a:xfrm>
            <a:off x="10023864" y="510152"/>
            <a:ext cx="141534" cy="143933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23" name="矩形 22"/>
          <p:cNvSpPr/>
          <p:nvPr userDrawn="1">
            <p:custDataLst>
              <p:tags r:id="rId23"/>
            </p:custDataLst>
          </p:nvPr>
        </p:nvSpPr>
        <p:spPr>
          <a:xfrm>
            <a:off x="10267951" y="510152"/>
            <a:ext cx="141534" cy="143933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25" name="矩形 24"/>
          <p:cNvSpPr/>
          <p:nvPr userDrawn="1">
            <p:custDataLst>
              <p:tags r:id="rId24"/>
            </p:custDataLst>
          </p:nvPr>
        </p:nvSpPr>
        <p:spPr>
          <a:xfrm>
            <a:off x="10504841" y="510152"/>
            <a:ext cx="141534" cy="143933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pic>
        <p:nvPicPr>
          <p:cNvPr id="34" name="图片 33" descr="矢量智能对象"/>
          <p:cNvPicPr>
            <a:picLocks noChangeAspect="1"/>
          </p:cNvPicPr>
          <p:nvPr userDrawn="1"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5886380" y="1300586"/>
            <a:ext cx="4381571" cy="44481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3705" y="1588"/>
            <a:ext cx="11514067" cy="6477000"/>
          </a:xfrm>
          <a:prstGeom prst="rect">
            <a:avLst/>
          </a:prstGeom>
          <a:gradFill>
            <a:gsLst>
              <a:gs pos="27000">
                <a:schemeClr val="bg2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711451" y="922761"/>
            <a:ext cx="1774578" cy="1021327"/>
          </a:xfrm>
        </p:spPr>
        <p:txBody>
          <a:bodyPr wrap="square" anchor="b">
            <a:normAutofit/>
          </a:bodyPr>
          <a:lstStyle>
            <a:lvl1pPr>
              <a:defRPr sz="567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50" name="矩形 49"/>
          <p:cNvSpPr/>
          <p:nvPr userDrawn="1">
            <p:custDataLst>
              <p:tags r:id="rId7"/>
            </p:custDataLst>
          </p:nvPr>
        </p:nvSpPr>
        <p:spPr>
          <a:xfrm>
            <a:off x="634013" y="495159"/>
            <a:ext cx="141534" cy="143933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51" name="矩形 50"/>
          <p:cNvSpPr/>
          <p:nvPr userDrawn="1">
            <p:custDataLst>
              <p:tags r:id="rId8"/>
            </p:custDataLst>
          </p:nvPr>
        </p:nvSpPr>
        <p:spPr>
          <a:xfrm>
            <a:off x="878100" y="495159"/>
            <a:ext cx="141534" cy="143933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52" name="矩形 51"/>
          <p:cNvSpPr/>
          <p:nvPr userDrawn="1">
            <p:custDataLst>
              <p:tags r:id="rId9"/>
            </p:custDataLst>
          </p:nvPr>
        </p:nvSpPr>
        <p:spPr>
          <a:xfrm>
            <a:off x="1114990" y="495159"/>
            <a:ext cx="141534" cy="143933"/>
          </a:xfrm>
          <a:prstGeom prst="rect">
            <a:avLst/>
          </a:prstGeom>
          <a:solidFill>
            <a:schemeClr val="bg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4" name="矩形 3"/>
          <p:cNvSpPr/>
          <p:nvPr userDrawn="1">
            <p:custDataLst>
              <p:tags r:id="rId10"/>
            </p:custDataLst>
          </p:nvPr>
        </p:nvSpPr>
        <p:spPr>
          <a:xfrm>
            <a:off x="712576" y="2342904"/>
            <a:ext cx="10185083" cy="3661304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11" name="矩形 10"/>
          <p:cNvSpPr/>
          <p:nvPr userDrawn="1">
            <p:custDataLst>
              <p:tags r:id="rId11"/>
            </p:custDataLst>
          </p:nvPr>
        </p:nvSpPr>
        <p:spPr>
          <a:xfrm>
            <a:off x="620819" y="2261941"/>
            <a:ext cx="10164092" cy="3625321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5" name="矩形 4"/>
          <p:cNvSpPr/>
          <p:nvPr userDrawn="1">
            <p:custDataLst>
              <p:tags r:id="rId12"/>
            </p:custDataLst>
          </p:nvPr>
        </p:nvSpPr>
        <p:spPr>
          <a:xfrm>
            <a:off x="10294938" y="2396879"/>
            <a:ext cx="293864" cy="298662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6" name="乘号 5"/>
          <p:cNvSpPr/>
          <p:nvPr userDrawn="1">
            <p:custDataLst>
              <p:tags r:id="rId13"/>
            </p:custDataLst>
          </p:nvPr>
        </p:nvSpPr>
        <p:spPr>
          <a:xfrm>
            <a:off x="10348913" y="2450854"/>
            <a:ext cx="191911" cy="191911"/>
          </a:xfrm>
          <a:prstGeom prst="mathMultiply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3" name="矩形 2"/>
          <p:cNvSpPr/>
          <p:nvPr userDrawn="1">
            <p:custDataLst>
              <p:tags r:id="rId14"/>
            </p:custDataLst>
          </p:nvPr>
        </p:nvSpPr>
        <p:spPr>
          <a:xfrm>
            <a:off x="1595967" y="532942"/>
            <a:ext cx="9292096" cy="71967"/>
          </a:xfrm>
          <a:prstGeom prst="rect">
            <a:avLst/>
          </a:pr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3705" y="1588"/>
            <a:ext cx="11514067" cy="6477000"/>
          </a:xfrm>
          <a:prstGeom prst="rect">
            <a:avLst/>
          </a:prstGeom>
          <a:gradFill>
            <a:gsLst>
              <a:gs pos="49000">
                <a:schemeClr val="bg2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dirty="0"/>
          </a:p>
        </p:txBody>
      </p:sp>
      <p:sp>
        <p:nvSpPr>
          <p:cNvPr id="7" name="矩形 6"/>
          <p:cNvSpPr/>
          <p:nvPr userDrawn="1">
            <p:custDataLst>
              <p:tags r:id="rId3"/>
            </p:custDataLst>
          </p:nvPr>
        </p:nvSpPr>
        <p:spPr>
          <a:xfrm>
            <a:off x="713776" y="429790"/>
            <a:ext cx="10279239" cy="534353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17" name="矩形 16"/>
          <p:cNvSpPr/>
          <p:nvPr userDrawn="1">
            <p:custDataLst>
              <p:tags r:id="rId4"/>
            </p:custDataLst>
          </p:nvPr>
        </p:nvSpPr>
        <p:spPr>
          <a:xfrm>
            <a:off x="630414" y="321240"/>
            <a:ext cx="10266045" cy="534353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4973003" y="1897310"/>
            <a:ext cx="5888673" cy="3595934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14" name="矩形 13"/>
          <p:cNvSpPr/>
          <p:nvPr userDrawn="1">
            <p:custDataLst>
              <p:tags r:id="rId6"/>
            </p:custDataLst>
          </p:nvPr>
        </p:nvSpPr>
        <p:spPr>
          <a:xfrm>
            <a:off x="4867452" y="1795357"/>
            <a:ext cx="5897668" cy="3594735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cxnSp>
        <p:nvCxnSpPr>
          <p:cNvPr id="18" name="直接连接符 17"/>
          <p:cNvCxnSpPr/>
          <p:nvPr userDrawn="1">
            <p:custDataLst>
              <p:tags r:id="rId7"/>
            </p:custDataLst>
          </p:nvPr>
        </p:nvCxnSpPr>
        <p:spPr>
          <a:xfrm>
            <a:off x="5682474" y="2141397"/>
            <a:ext cx="4279618" cy="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 userDrawn="1">
            <p:custDataLst>
              <p:tags r:id="rId8"/>
            </p:custDataLst>
          </p:nvPr>
        </p:nvSpPr>
        <p:spPr>
          <a:xfrm>
            <a:off x="10267951" y="1991466"/>
            <a:ext cx="293864" cy="29866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24" name="乘号 23"/>
          <p:cNvSpPr/>
          <p:nvPr userDrawn="1">
            <p:custDataLst>
              <p:tags r:id="rId9"/>
            </p:custDataLst>
          </p:nvPr>
        </p:nvSpPr>
        <p:spPr>
          <a:xfrm>
            <a:off x="10321926" y="2045441"/>
            <a:ext cx="191911" cy="191911"/>
          </a:xfrm>
          <a:prstGeom prst="mathMultiply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681875" y="3646700"/>
            <a:ext cx="4295211" cy="1090295"/>
          </a:xfrm>
        </p:spPr>
        <p:txBody>
          <a:bodyPr wrap="square" anchor="t" anchorCtr="0">
            <a:normAutofit/>
          </a:bodyPr>
          <a:lstStyle>
            <a:lvl1pPr algn="ctr">
              <a:defRPr sz="5105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5683074" y="2243949"/>
            <a:ext cx="4279618" cy="1301397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6615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 15"/>
          <p:cNvSpPr/>
          <p:nvPr userDrawn="1">
            <p:custDataLst>
              <p:tags r:id="rId15"/>
            </p:custDataLst>
          </p:nvPr>
        </p:nvSpPr>
        <p:spPr>
          <a:xfrm>
            <a:off x="5682474" y="4829352"/>
            <a:ext cx="4294611" cy="71967"/>
          </a:xfrm>
          <a:prstGeom prst="rect">
            <a:avLst/>
          </a:pr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700">
              <a:sym typeface="+mn-ea"/>
            </a:endParaRPr>
          </a:p>
        </p:txBody>
      </p:sp>
      <p:sp>
        <p:nvSpPr>
          <p:cNvPr id="19" name="矩形 18"/>
          <p:cNvSpPr/>
          <p:nvPr userDrawn="1">
            <p:custDataLst>
              <p:tags r:id="rId16"/>
            </p:custDataLst>
          </p:nvPr>
        </p:nvSpPr>
        <p:spPr>
          <a:xfrm>
            <a:off x="795938" y="428590"/>
            <a:ext cx="293864" cy="298662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20" name="乘号 19"/>
          <p:cNvSpPr/>
          <p:nvPr userDrawn="1">
            <p:custDataLst>
              <p:tags r:id="rId17"/>
            </p:custDataLst>
          </p:nvPr>
        </p:nvSpPr>
        <p:spPr>
          <a:xfrm>
            <a:off x="849913" y="482565"/>
            <a:ext cx="191911" cy="191911"/>
          </a:xfrm>
          <a:prstGeom prst="mathMultiply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cxnSp>
        <p:nvCxnSpPr>
          <p:cNvPr id="22" name="直接连接符 21"/>
          <p:cNvCxnSpPr/>
          <p:nvPr userDrawn="1">
            <p:custDataLst>
              <p:tags r:id="rId18"/>
            </p:custDataLst>
          </p:nvPr>
        </p:nvCxnSpPr>
        <p:spPr>
          <a:xfrm>
            <a:off x="1491616" y="582119"/>
            <a:ext cx="827136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 userDrawn="1">
            <p:custDataLst>
              <p:tags r:id="rId19"/>
            </p:custDataLst>
          </p:nvPr>
        </p:nvSpPr>
        <p:spPr>
          <a:xfrm>
            <a:off x="10023864" y="510152"/>
            <a:ext cx="141534" cy="143933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28" name="矩形 27"/>
          <p:cNvSpPr/>
          <p:nvPr userDrawn="1">
            <p:custDataLst>
              <p:tags r:id="rId20"/>
            </p:custDataLst>
          </p:nvPr>
        </p:nvSpPr>
        <p:spPr>
          <a:xfrm>
            <a:off x="10267951" y="510152"/>
            <a:ext cx="141534" cy="143933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32" name="矩形 31"/>
          <p:cNvSpPr/>
          <p:nvPr userDrawn="1">
            <p:custDataLst>
              <p:tags r:id="rId21"/>
            </p:custDataLst>
          </p:nvPr>
        </p:nvSpPr>
        <p:spPr>
          <a:xfrm>
            <a:off x="10504841" y="510152"/>
            <a:ext cx="141534" cy="143933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pic>
        <p:nvPicPr>
          <p:cNvPr id="26" name="图片 25" descr="2222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774348" y="1553669"/>
            <a:ext cx="3459198" cy="40979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1000" y="1231019"/>
            <a:ext cx="5028071" cy="4604969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833005" y="1231019"/>
            <a:ext cx="5028071" cy="4604969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sz="302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1000" y="1231019"/>
            <a:ext cx="5028071" cy="38845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265" b="1">
                <a:solidFill>
                  <a:schemeClr val="tx1"/>
                </a:solidFill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1000" y="1772515"/>
            <a:ext cx="5028071" cy="4061372"/>
          </a:xfrm>
        </p:spPr>
        <p:txBody>
          <a:bodyPr wrap="square">
            <a:normAutofit/>
          </a:bodyPr>
          <a:lstStyle>
            <a:lvl1pPr>
              <a:defRPr sz="208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5833005" y="1231019"/>
            <a:ext cx="5028071" cy="38845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265" b="1">
                <a:solidFill>
                  <a:schemeClr val="tx1"/>
                </a:solidFill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5833005" y="1772515"/>
            <a:ext cx="5028071" cy="4061372"/>
          </a:xfrm>
        </p:spPr>
        <p:txBody>
          <a:bodyPr wrap="square">
            <a:normAutofit/>
          </a:bodyPr>
          <a:lstStyle>
            <a:lvl1pPr>
              <a:defRPr sz="208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1000" y="341631"/>
            <a:ext cx="10201875" cy="5494655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1000" y="1231019"/>
            <a:ext cx="10199139" cy="383022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265" b="0">
                <a:solidFill>
                  <a:schemeClr val="tx1"/>
                </a:solidFill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3705" y="1588"/>
            <a:ext cx="11514067" cy="6477000"/>
          </a:xfrm>
          <a:prstGeom prst="rect">
            <a:avLst/>
          </a:prstGeom>
          <a:gradFill>
            <a:gsLst>
              <a:gs pos="29000">
                <a:schemeClr val="bg2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dirty="0"/>
          </a:p>
        </p:txBody>
      </p:sp>
      <p:sp>
        <p:nvSpPr>
          <p:cNvPr id="12" name="矩形 11"/>
          <p:cNvSpPr/>
          <p:nvPr userDrawn="1">
            <p:custDataLst>
              <p:tags r:id="rId3"/>
            </p:custDataLst>
          </p:nvPr>
        </p:nvSpPr>
        <p:spPr>
          <a:xfrm>
            <a:off x="740164" y="4340578"/>
            <a:ext cx="10157495" cy="1835150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>
            <a:off x="630414" y="4260815"/>
            <a:ext cx="10144901" cy="1794369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700"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713776" y="429790"/>
            <a:ext cx="10279239" cy="534353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17" name="矩形 16"/>
          <p:cNvSpPr/>
          <p:nvPr userDrawn="1">
            <p:custDataLst>
              <p:tags r:id="rId6"/>
            </p:custDataLst>
          </p:nvPr>
        </p:nvSpPr>
        <p:spPr>
          <a:xfrm>
            <a:off x="630414" y="321240"/>
            <a:ext cx="10266045" cy="534353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39" name="矩形 38"/>
          <p:cNvSpPr/>
          <p:nvPr userDrawn="1">
            <p:custDataLst>
              <p:tags r:id="rId7"/>
            </p:custDataLst>
          </p:nvPr>
        </p:nvSpPr>
        <p:spPr>
          <a:xfrm>
            <a:off x="795938" y="428590"/>
            <a:ext cx="293864" cy="298662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40" name="乘号 39"/>
          <p:cNvSpPr/>
          <p:nvPr userDrawn="1">
            <p:custDataLst>
              <p:tags r:id="rId8"/>
            </p:custDataLst>
          </p:nvPr>
        </p:nvSpPr>
        <p:spPr>
          <a:xfrm>
            <a:off x="849913" y="482565"/>
            <a:ext cx="191911" cy="191911"/>
          </a:xfrm>
          <a:prstGeom prst="mathMultiply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cxnSp>
        <p:nvCxnSpPr>
          <p:cNvPr id="41" name="直接连接符 40"/>
          <p:cNvCxnSpPr/>
          <p:nvPr userDrawn="1">
            <p:custDataLst>
              <p:tags r:id="rId9"/>
            </p:custDataLst>
          </p:nvPr>
        </p:nvCxnSpPr>
        <p:spPr>
          <a:xfrm>
            <a:off x="8033386" y="579121"/>
            <a:ext cx="1657632" cy="0"/>
          </a:xfrm>
          <a:prstGeom prst="line">
            <a:avLst/>
          </a:prstGeom>
          <a:ln>
            <a:solidFill>
              <a:srgbClr val="F8F8F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矩形 41"/>
          <p:cNvSpPr/>
          <p:nvPr userDrawn="1">
            <p:custDataLst>
              <p:tags r:id="rId10"/>
            </p:custDataLst>
          </p:nvPr>
        </p:nvSpPr>
        <p:spPr>
          <a:xfrm>
            <a:off x="10023864" y="510152"/>
            <a:ext cx="141534" cy="143933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43" name="矩形 42"/>
          <p:cNvSpPr/>
          <p:nvPr userDrawn="1">
            <p:custDataLst>
              <p:tags r:id="rId11"/>
            </p:custDataLst>
          </p:nvPr>
        </p:nvSpPr>
        <p:spPr>
          <a:xfrm>
            <a:off x="10267951" y="510152"/>
            <a:ext cx="141534" cy="143933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44" name="矩形 43"/>
          <p:cNvSpPr/>
          <p:nvPr userDrawn="1">
            <p:custDataLst>
              <p:tags r:id="rId12"/>
            </p:custDataLst>
          </p:nvPr>
        </p:nvSpPr>
        <p:spPr>
          <a:xfrm>
            <a:off x="10504841" y="510152"/>
            <a:ext cx="141534" cy="143933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745561" y="1598648"/>
            <a:ext cx="4517108" cy="115806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805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4"/>
            </p:custDataLst>
          </p:nvPr>
        </p:nvSpPr>
        <p:spPr>
          <a:xfrm>
            <a:off x="745561" y="2804690"/>
            <a:ext cx="4517108" cy="761647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4535" b="1">
                <a:solidFill>
                  <a:schemeClr val="tx1"/>
                </a:solidFill>
              </a:defRPr>
            </a:lvl1pPr>
            <a:lvl2pPr marL="431800" indent="0" algn="ctr">
              <a:buNone/>
              <a:defRPr sz="1890"/>
            </a:lvl2pPr>
            <a:lvl3pPr marL="864235" indent="0" algn="ctr">
              <a:buNone/>
              <a:defRPr sz="1700"/>
            </a:lvl3pPr>
            <a:lvl4pPr marL="1296035" indent="0" algn="ctr">
              <a:buNone/>
              <a:defRPr sz="1510"/>
            </a:lvl4pPr>
            <a:lvl5pPr marL="1727835" indent="0" algn="ctr">
              <a:buNone/>
              <a:defRPr sz="1510"/>
            </a:lvl5pPr>
            <a:lvl6pPr marL="2160270" indent="0" algn="ctr">
              <a:buNone/>
              <a:defRPr sz="1510"/>
            </a:lvl6pPr>
            <a:lvl7pPr marL="2592070" indent="0" algn="ctr">
              <a:buNone/>
              <a:defRPr sz="1510"/>
            </a:lvl7pPr>
            <a:lvl8pPr marL="3023870" indent="0" algn="ctr">
              <a:buNone/>
              <a:defRPr sz="1510"/>
            </a:lvl8pPr>
            <a:lvl9pPr marL="3456305" indent="0" algn="ctr">
              <a:buNone/>
              <a:defRPr sz="1510"/>
            </a:lvl9pPr>
          </a:lstStyle>
          <a:p>
            <a:r>
              <a:rPr lang="zh-CN" altLang="en-US" dirty="0"/>
              <a:t>编辑副标题</a:t>
            </a:r>
            <a:endParaRPr lang="zh-CN" altLang="en-US" dirty="0"/>
          </a:p>
        </p:txBody>
      </p:sp>
      <p:sp>
        <p:nvSpPr>
          <p:cNvPr id="225" name="任意多边形: 形状 98"/>
          <p:cNvSpPr/>
          <p:nvPr userDrawn="1">
            <p:custDataLst>
              <p:tags r:id="rId15"/>
            </p:custDataLst>
          </p:nvPr>
        </p:nvSpPr>
        <p:spPr>
          <a:xfrm>
            <a:off x="6712797" y="1479903"/>
            <a:ext cx="389819" cy="450391"/>
          </a:xfrm>
          <a:custGeom>
            <a:avLst/>
            <a:gdLst>
              <a:gd name="connsiteX0" fmla="*/ 272229 w 546729"/>
              <a:gd name="connsiteY0" fmla="*/ 0 h 630675"/>
              <a:gd name="connsiteX1" fmla="*/ 546730 w 546729"/>
              <a:gd name="connsiteY1" fmla="*/ 327961 h 630675"/>
              <a:gd name="connsiteX2" fmla="*/ 268744 w 546729"/>
              <a:gd name="connsiteY2" fmla="*/ 630675 h 630675"/>
              <a:gd name="connsiteX3" fmla="*/ 0 w 546729"/>
              <a:gd name="connsiteY3" fmla="*/ 322178 h 630675"/>
              <a:gd name="connsiteX4" fmla="*/ 179894 w 546729"/>
              <a:gd name="connsiteY4" fmla="*/ 221196 h 630675"/>
              <a:gd name="connsiteX5" fmla="*/ 272229 w 546729"/>
              <a:gd name="connsiteY5" fmla="*/ 0 h 63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6729" h="630675">
                <a:moveTo>
                  <a:pt x="272229" y="0"/>
                </a:moveTo>
                <a:cubicBezTo>
                  <a:pt x="276540" y="178010"/>
                  <a:pt x="385344" y="277779"/>
                  <a:pt x="546730" y="327961"/>
                </a:cubicBezTo>
                <a:cubicBezTo>
                  <a:pt x="374709" y="335550"/>
                  <a:pt x="318332" y="478918"/>
                  <a:pt x="268744" y="630675"/>
                </a:cubicBezTo>
                <a:cubicBezTo>
                  <a:pt x="250881" y="448845"/>
                  <a:pt x="135469" y="375096"/>
                  <a:pt x="0" y="322178"/>
                </a:cubicBezTo>
                <a:cubicBezTo>
                  <a:pt x="74652" y="319829"/>
                  <a:pt x="133843" y="285833"/>
                  <a:pt x="179894" y="221196"/>
                </a:cubicBezTo>
                <a:cubicBezTo>
                  <a:pt x="223597" y="159863"/>
                  <a:pt x="251578" y="89495"/>
                  <a:pt x="272229" y="0"/>
                </a:cubicBezTo>
                <a:close/>
              </a:path>
            </a:pathLst>
          </a:custGeom>
          <a:solidFill>
            <a:srgbClr val="FFFFFF"/>
          </a:solidFill>
          <a:ln w="257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7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135938" y="6004807"/>
            <a:ext cx="2590800" cy="344840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6" name="矩形 35"/>
          <p:cNvSpPr/>
          <p:nvPr userDrawn="1">
            <p:custDataLst>
              <p:tags r:id="rId19"/>
            </p:custDataLst>
          </p:nvPr>
        </p:nvSpPr>
        <p:spPr>
          <a:xfrm>
            <a:off x="1235534" y="4921109"/>
            <a:ext cx="3116157" cy="528355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0"/>
            </p:custDataLst>
          </p:nvPr>
        </p:nvSpPr>
        <p:spPr>
          <a:xfrm>
            <a:off x="1138379" y="4814959"/>
            <a:ext cx="3107761" cy="524157"/>
          </a:xfrm>
          <a:solidFill>
            <a:schemeClr val="accent1"/>
          </a:solidFill>
          <a:ln w="22225">
            <a:solidFill>
              <a:srgbClr val="000000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7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1"/>
            </p:custDataLst>
          </p:nvPr>
        </p:nvSpPr>
        <p:spPr>
          <a:xfrm>
            <a:off x="1443638" y="343430"/>
            <a:ext cx="2166197" cy="476179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51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5854595" y="348227"/>
            <a:ext cx="1922709" cy="476179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51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联系方式</a:t>
            </a:r>
            <a:endParaRPr lang="zh-CN" altLang="en-US" dirty="0"/>
          </a:p>
        </p:txBody>
      </p:sp>
      <p:cxnSp>
        <p:nvCxnSpPr>
          <p:cNvPr id="29" name="直接连接符 28"/>
          <p:cNvCxnSpPr/>
          <p:nvPr userDrawn="1">
            <p:custDataLst>
              <p:tags r:id="rId23"/>
            </p:custDataLst>
          </p:nvPr>
        </p:nvCxnSpPr>
        <p:spPr>
          <a:xfrm>
            <a:off x="3669207" y="488562"/>
            <a:ext cx="0" cy="18591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24"/>
            </p:custDataLst>
          </p:nvPr>
        </p:nvCxnSpPr>
        <p:spPr>
          <a:xfrm>
            <a:off x="5511554" y="488562"/>
            <a:ext cx="0" cy="18591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5"/>
            </p:custDataLst>
          </p:nvPr>
        </p:nvSpPr>
        <p:spPr>
          <a:xfrm>
            <a:off x="3981062" y="339232"/>
            <a:ext cx="1497506" cy="476179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7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日期时间</a:t>
            </a:r>
            <a:endParaRPr lang="zh-CN" altLang="en-US" dirty="0"/>
          </a:p>
        </p:txBody>
      </p:sp>
      <p:pic>
        <p:nvPicPr>
          <p:cNvPr id="47" name="图片 46" descr="矢量智能对象柔柔弱弱"/>
          <p:cNvPicPr>
            <a:picLocks noChangeAspect="1"/>
          </p:cNvPicPr>
          <p:nvPr userDrawn="1"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5842001" y="1598648"/>
            <a:ext cx="4423551" cy="412548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3" Type="http://schemas.openxmlformats.org/officeDocument/2006/relationships/theme" Target="../theme/theme2.xml"/><Relationship Id="rId22" Type="http://schemas.openxmlformats.org/officeDocument/2006/relationships/tags" Target="../tags/tag129.xml"/><Relationship Id="rId21" Type="http://schemas.openxmlformats.org/officeDocument/2006/relationships/tags" Target="../tags/tag128.xml"/><Relationship Id="rId20" Type="http://schemas.openxmlformats.org/officeDocument/2006/relationships/tags" Target="../tags/tag127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126.xml"/><Relationship Id="rId18" Type="http://schemas.openxmlformats.org/officeDocument/2006/relationships/tags" Target="../tags/tag125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3705" y="1588"/>
            <a:ext cx="11514067" cy="6477000"/>
          </a:xfrm>
          <a:prstGeom prst="rect">
            <a:avLst/>
          </a:prstGeom>
          <a:gradFill>
            <a:gsLst>
              <a:gs pos="27000">
                <a:schemeClr val="bg2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dirty="0"/>
          </a:p>
        </p:txBody>
      </p:sp>
      <p:cxnSp>
        <p:nvCxnSpPr>
          <p:cNvPr id="15" name="直接连接符 14"/>
          <p:cNvCxnSpPr/>
          <p:nvPr userDrawn="1">
            <p:custDataLst>
              <p:tags r:id="rId13"/>
            </p:custDataLst>
          </p:nvPr>
        </p:nvCxnSpPr>
        <p:spPr>
          <a:xfrm>
            <a:off x="7627973" y="563528"/>
            <a:ext cx="2237564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29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59905" y="341588"/>
            <a:ext cx="10200000" cy="68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61000" y="1231018"/>
            <a:ext cx="10200000" cy="460286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61000" y="6004807"/>
            <a:ext cx="2590800" cy="3448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817938" y="6004807"/>
            <a:ext cx="3886200" cy="344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271355" y="6004807"/>
            <a:ext cx="2590800" cy="3448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 userDrawn="1">
            <p:custDataLst>
              <p:tags r:id="rId19"/>
            </p:custDataLst>
          </p:nvPr>
        </p:nvSpPr>
        <p:spPr>
          <a:xfrm>
            <a:off x="10023864" y="690069"/>
            <a:ext cx="141534" cy="143933"/>
          </a:xfrm>
          <a:prstGeom prst="rect">
            <a:avLst/>
          </a:prstGeom>
          <a:solidFill>
            <a:schemeClr val="accent4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23" name="矩形 22"/>
          <p:cNvSpPr/>
          <p:nvPr userDrawn="1">
            <p:custDataLst>
              <p:tags r:id="rId20"/>
            </p:custDataLst>
          </p:nvPr>
        </p:nvSpPr>
        <p:spPr>
          <a:xfrm>
            <a:off x="10267951" y="690069"/>
            <a:ext cx="141534" cy="143933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25" name="矩形 24"/>
          <p:cNvSpPr/>
          <p:nvPr userDrawn="1">
            <p:custDataLst>
              <p:tags r:id="rId21"/>
            </p:custDataLst>
          </p:nvPr>
        </p:nvSpPr>
        <p:spPr>
          <a:xfrm>
            <a:off x="10504841" y="690069"/>
            <a:ext cx="141534" cy="143933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7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3705" y="1588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864235" rtl="0" eaLnBrk="1" latinLnBrk="0" hangingPunct="1">
        <a:lnSpc>
          <a:spcPct val="100000"/>
        </a:lnSpc>
        <a:spcBef>
          <a:spcPct val="0"/>
        </a:spcBef>
        <a:buNone/>
        <a:defRPr sz="302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864235" rtl="0" eaLnBrk="1" latinLnBrk="0" hangingPunct="1">
        <a:lnSpc>
          <a:spcPct val="130000"/>
        </a:lnSpc>
        <a:spcBef>
          <a:spcPct val="189000"/>
        </a:spcBef>
        <a:buFont typeface="Arial" panose="020B0604020202020204" pitchFamily="34" charset="0"/>
        <a:buChar char="•"/>
        <a:defRPr sz="2265" kern="1200">
          <a:solidFill>
            <a:schemeClr val="tx1"/>
          </a:solidFill>
          <a:latin typeface="+mn-lt"/>
          <a:ea typeface="+mn-ea"/>
          <a:cs typeface="+mn-cs"/>
        </a:defRPr>
      </a:lvl1pPr>
      <a:lvl2pPr marL="508635" indent="-19494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755015" indent="-15303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74090" indent="-140970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4pPr>
      <a:lvl5pPr marL="1167130" indent="-12001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237617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797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2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78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38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3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hemeOverride" Target="../theme/themeOverride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0" Type="http://schemas.openxmlformats.org/officeDocument/2006/relationships/notesSlide" Target="../notesSlides/notesSlide6.xml"/><Relationship Id="rId2" Type="http://schemas.openxmlformats.org/officeDocument/2006/relationships/tags" Target="../tags/tag146.xml"/><Relationship Id="rId19" Type="http://schemas.openxmlformats.org/officeDocument/2006/relationships/slideLayout" Target="../slideLayouts/slideLayout1.xml"/><Relationship Id="rId18" Type="http://schemas.openxmlformats.org/officeDocument/2006/relationships/themeOverride" Target="../theme/themeOverride6.xml"/><Relationship Id="rId17" Type="http://schemas.openxmlformats.org/officeDocument/2006/relationships/image" Target="../media/image8.png"/><Relationship Id="rId16" Type="http://schemas.openxmlformats.org/officeDocument/2006/relationships/tags" Target="../tags/tag160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tags" Target="../tags/tag157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tags" Target="../tags/tag14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7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" y="0"/>
            <a:ext cx="11521388" cy="648017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465648" y="2475979"/>
            <a:ext cx="2590800" cy="7385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zh-CN" altLang="en-US" sz="4800" b="1" spc="3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类的设计</a:t>
            </a:r>
            <a:endParaRPr lang="zh-CN" altLang="en-US" sz="4800" b="1" spc="3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999040" y="1909085"/>
            <a:ext cx="1524000" cy="36893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zh-CN" altLang="en-US" sz="2400" spc="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工作汇报</a:t>
            </a:r>
            <a:endParaRPr lang="zh-CN" altLang="en-US" sz="2400" spc="600" dirty="0"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402998" y="3457277"/>
            <a:ext cx="6716079" cy="61266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lnSpc>
                <a:spcPct val="250000"/>
              </a:lnSpc>
            </a:pPr>
            <a:endParaRPr lang="en-US" altLang="zh-CN" sz="1200" dirty="0">
              <a:latin typeface="华文细黑" panose="02010600040101010101" pitchFamily="2" charset="-122"/>
              <a:ea typeface="华文细黑" panose="02010600040101010101" pitchFamily="2" charset="-122"/>
              <a:cs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96782" y="3257925"/>
            <a:ext cx="8328510" cy="4333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250000"/>
              </a:lnSpc>
            </a:pPr>
            <a:endParaRPr lang="zh-CN" altLang="en-US" sz="1050" dirty="0">
              <a:latin typeface="微软雅黑 Light" panose="020B0502040204020203" pitchFamily="34" charset="-122"/>
              <a:cs typeface="Aharoni" panose="02010803020104030203" pitchFamily="2" charset="-79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77995" y="4182470"/>
            <a:ext cx="2390824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pc="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汇报小组：</a:t>
            </a:r>
            <a:r>
              <a:rPr lang="en-US" altLang="zh-CN" sz="1400" spc="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114514</a:t>
            </a:r>
            <a:r>
              <a:rPr lang="zh-CN" altLang="en-US" sz="1400" spc="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组 </a:t>
            </a:r>
            <a:endParaRPr lang="zh-CN" altLang="en-US" sz="1400" spc="3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761037" y="4182470"/>
            <a:ext cx="2390824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pc="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时间：</a:t>
            </a:r>
            <a:r>
              <a:rPr lang="en-US" altLang="zh-CN" sz="1400" spc="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2025.07.01</a:t>
            </a:r>
            <a:endParaRPr lang="zh-CN" altLang="en-US" sz="1400" spc="3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">
        <p:fade/>
      </p:transition>
    </mc:Choice>
    <mc:Fallback>
      <p:transition spd="med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 rot="16200000" flipH="1">
            <a:off x="2293806" y="2799775"/>
            <a:ext cx="1843911" cy="8806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流芳出品 必出精品"/>
          <p:cNvSpPr txBox="1">
            <a:spLocks noChangeArrowheads="1"/>
          </p:cNvSpPr>
          <p:nvPr/>
        </p:nvSpPr>
        <p:spPr bwMode="auto">
          <a:xfrm flipH="1">
            <a:off x="2957265" y="2445229"/>
            <a:ext cx="699327" cy="1589716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noAutofit/>
          </a:bodyPr>
          <a:lstStyle>
            <a:defPPr>
              <a:defRPr lang="zh-CN"/>
            </a:defPPr>
            <a:lvl1pPr algn="ctr">
              <a:defRPr sz="8000" b="0" spc="3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禹卫书法行书简体" panose="02000603000000000000" pitchFamily="2" charset="-122"/>
                <a:ea typeface="禹卫书法行书简体&#10;" panose="02000603000000000000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800" spc="-15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en-US" altLang="zh-CN" sz="4800" spc="-15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Box 94"/>
          <p:cNvSpPr txBox="1"/>
          <p:nvPr/>
        </p:nvSpPr>
        <p:spPr>
          <a:xfrm rot="17605107">
            <a:off x="2705218" y="864854"/>
            <a:ext cx="1354217" cy="4128322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 wrap="square" lIns="0" tIns="0" rIns="0" bIns="0" rtlCol="0" anchor="ctr" anchorCtr="1">
            <a:spAutoFit/>
          </a:bodyPr>
          <a:lstStyle>
            <a:defPPr>
              <a:defRPr lang="zh-CN"/>
            </a:defPPr>
            <a:lvl1pPr>
              <a:defRPr sz="5400" spc="600">
                <a:effectLst>
                  <a:outerShdw blurRad="76200" dist="88900" dir="5400000" algn="t" rotWithShape="0">
                    <a:schemeClr val="bg1">
                      <a:alpha val="40000"/>
                    </a:schemeClr>
                  </a:outerShdw>
                </a:effectLst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经典行书简" panose="02010609010101010101" pitchFamily="49" charset="-122"/>
              </a:defRPr>
            </a:lvl1pPr>
          </a:lstStyle>
          <a:p>
            <a:pPr algn="just"/>
            <a:r>
              <a:rPr lang="en-US" altLang="zh-CN" sz="8800" spc="300" dirty="0">
                <a:solidFill>
                  <a:schemeClr val="tx1">
                    <a:alpha val="5000"/>
                  </a:schemeClr>
                </a:solidFill>
                <a:effectLst/>
                <a:latin typeface="少年的你如此美丽" panose="02010600010101010101" pitchFamily="2" charset="-122"/>
                <a:ea typeface="少年的你如此美丽" panose="02010600010101010101" pitchFamily="2" charset="-122"/>
              </a:rPr>
              <a:t>contents</a:t>
            </a:r>
            <a:endParaRPr lang="zh-CN" altLang="en-US" sz="8800" spc="300" dirty="0">
              <a:solidFill>
                <a:schemeClr val="tx1">
                  <a:alpha val="5000"/>
                </a:schemeClr>
              </a:solidFill>
              <a:effectLst/>
              <a:latin typeface="少年的你如此美丽" panose="02010600010101010101" pitchFamily="2" charset="-122"/>
              <a:ea typeface="少年的你如此美丽" panose="02010600010101010101" pitchFamily="2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1"/>
            </p:custDataLst>
          </p:nvPr>
        </p:nvSpPr>
        <p:spPr>
          <a:xfrm>
            <a:off x="5158676" y="1477108"/>
            <a:ext cx="576256" cy="57625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905125" y="1497593"/>
            <a:ext cx="2057400" cy="36893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>
            <a:defPPr>
              <a:defRPr lang="zh-CN"/>
            </a:defPPr>
            <a:lvl1pPr algn="ctr">
              <a:defRPr sz="4800" b="1" spc="1000">
                <a:latin typeface="方正告白情书_YS" panose="02010600010101010101" pitchFamily="2" charset="-128"/>
                <a:ea typeface="方正告白情书_YS" panose="02010600010101010101" pitchFamily="2" charset="-128"/>
                <a:cs typeface="【惠子】汉仪全唐诗" panose="02000000000000000000" pitchFamily="2" charset="2"/>
              </a:defRPr>
            </a:lvl1pPr>
          </a:lstStyle>
          <a:p>
            <a:r>
              <a:rPr lang="zh-CN" altLang="en-US" sz="2400" b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示例类的设计</a:t>
            </a:r>
            <a:endParaRPr lang="zh-CN" altLang="en-US" sz="2400" b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"/>
            </p:custDataLst>
          </p:nvPr>
        </p:nvSpPr>
        <p:spPr>
          <a:xfrm>
            <a:off x="5203161" y="1508812"/>
            <a:ext cx="5549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pc="300" dirty="0">
                <a:solidFill>
                  <a:schemeClr val="bg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01</a:t>
            </a:r>
            <a:endParaRPr lang="zh-CN" altLang="en-US" sz="3200" spc="300" dirty="0">
              <a:solidFill>
                <a:schemeClr val="bg1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sp>
        <p:nvSpPr>
          <p:cNvPr id="26" name="矩形: 圆角 25"/>
          <p:cNvSpPr/>
          <p:nvPr>
            <p:custDataLst>
              <p:tags r:id="rId4"/>
            </p:custDataLst>
          </p:nvPr>
        </p:nvSpPr>
        <p:spPr>
          <a:xfrm>
            <a:off x="5158676" y="2446934"/>
            <a:ext cx="576256" cy="57625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5"/>
            </p:custDataLst>
          </p:nvPr>
        </p:nvSpPr>
        <p:spPr>
          <a:xfrm>
            <a:off x="5905125" y="2467419"/>
            <a:ext cx="2057400" cy="36893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>
            <a:defPPr>
              <a:defRPr lang="zh-CN"/>
            </a:defPPr>
            <a:lvl1pPr algn="ctr">
              <a:defRPr sz="4800" b="1" spc="1000">
                <a:latin typeface="方正告白情书_YS" panose="02010600010101010101" pitchFamily="2" charset="-128"/>
                <a:ea typeface="方正告白情书_YS" panose="02010600010101010101" pitchFamily="2" charset="-128"/>
                <a:cs typeface="【惠子】汉仪全唐诗" panose="02000000000000000000" pitchFamily="2" charset="2"/>
              </a:defRPr>
            </a:lvl1pPr>
          </a:lstStyle>
          <a:p>
            <a:r>
              <a:rPr lang="zh-CN" altLang="en-US" sz="2400" b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游戏类的设计</a:t>
            </a:r>
            <a:endParaRPr lang="zh-CN" altLang="en-US" sz="2400" b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6"/>
            </p:custDataLst>
          </p:nvPr>
        </p:nvSpPr>
        <p:spPr>
          <a:xfrm>
            <a:off x="5203161" y="2478638"/>
            <a:ext cx="617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pc="300" dirty="0">
                <a:solidFill>
                  <a:schemeClr val="bg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02</a:t>
            </a:r>
            <a:endParaRPr lang="zh-CN" altLang="en-US" sz="3200" spc="300" dirty="0">
              <a:solidFill>
                <a:schemeClr val="bg1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sp>
        <p:nvSpPr>
          <p:cNvPr id="32" name="矩形: 圆角 31"/>
          <p:cNvSpPr/>
          <p:nvPr>
            <p:custDataLst>
              <p:tags r:id="rId7"/>
            </p:custDataLst>
          </p:nvPr>
        </p:nvSpPr>
        <p:spPr>
          <a:xfrm>
            <a:off x="5158676" y="3416760"/>
            <a:ext cx="576256" cy="57625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6248025" y="3437245"/>
            <a:ext cx="1371600" cy="36893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>
            <a:defPPr>
              <a:defRPr lang="zh-CN"/>
            </a:defPPr>
            <a:lvl1pPr algn="ctr">
              <a:defRPr sz="4800" b="1" spc="1000">
                <a:latin typeface="方正告白情书_YS" panose="02010600010101010101" pitchFamily="2" charset="-128"/>
                <a:ea typeface="方正告白情书_YS" panose="02010600010101010101" pitchFamily="2" charset="-128"/>
                <a:cs typeface="【惠子】汉仪全唐诗" panose="02000000000000000000" pitchFamily="2" charset="2"/>
              </a:defRPr>
            </a:lvl1pPr>
          </a:lstStyle>
          <a:p>
            <a:r>
              <a:rPr lang="zh-CN" altLang="en-US" sz="2400" b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类的设计</a:t>
            </a:r>
            <a:endParaRPr lang="zh-CN" altLang="en-US" sz="2400" b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5203161" y="3448464"/>
            <a:ext cx="567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pc="300" dirty="0">
                <a:solidFill>
                  <a:schemeClr val="bg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03</a:t>
            </a:r>
            <a:endParaRPr lang="zh-CN" altLang="en-US" sz="3200" spc="300" dirty="0">
              <a:solidFill>
                <a:schemeClr val="bg1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sp>
        <p:nvSpPr>
          <p:cNvPr id="39" name="矩形: 圆角 38"/>
          <p:cNvSpPr/>
          <p:nvPr>
            <p:custDataLst>
              <p:tags r:id="rId10"/>
            </p:custDataLst>
          </p:nvPr>
        </p:nvSpPr>
        <p:spPr>
          <a:xfrm>
            <a:off x="5158676" y="4386587"/>
            <a:ext cx="576256" cy="57625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1"/>
            </p:custDataLst>
          </p:nvPr>
        </p:nvSpPr>
        <p:spPr>
          <a:xfrm>
            <a:off x="6248025" y="4407072"/>
            <a:ext cx="1371600" cy="36893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>
            <a:defPPr>
              <a:defRPr lang="zh-CN"/>
            </a:defPPr>
            <a:lvl1pPr algn="ctr">
              <a:defRPr sz="4800" b="1" spc="1000">
                <a:latin typeface="方正告白情书_YS" panose="02010600010101010101" pitchFamily="2" charset="-128"/>
                <a:ea typeface="方正告白情书_YS" panose="02010600010101010101" pitchFamily="2" charset="-128"/>
                <a:cs typeface="【惠子】汉仪全唐诗" panose="02000000000000000000" pitchFamily="2" charset="2"/>
              </a:defRPr>
            </a:lvl1pPr>
          </a:lstStyle>
          <a:p>
            <a:r>
              <a:rPr lang="zh-CN" altLang="en-US" sz="2400" b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类的关系</a:t>
            </a:r>
            <a:endParaRPr lang="zh-CN" altLang="en-US" sz="2400" b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2"/>
            </p:custDataLst>
          </p:nvPr>
        </p:nvSpPr>
        <p:spPr>
          <a:xfrm>
            <a:off x="5203161" y="441829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pc="300" dirty="0">
                <a:solidFill>
                  <a:schemeClr val="bg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04</a:t>
            </a:r>
            <a:endParaRPr lang="zh-CN" altLang="en-US" sz="3200" spc="300" dirty="0">
              <a:solidFill>
                <a:schemeClr val="bg1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">
        <p:fade/>
      </p:transition>
    </mc:Choice>
    <mc:Fallback>
      <p:transition spd="med" advClick="0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2402998" y="3605832"/>
            <a:ext cx="6716079" cy="61266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lnSpc>
                <a:spcPct val="250000"/>
              </a:lnSpc>
            </a:pPr>
            <a:endParaRPr lang="en-US" altLang="zh-CN" sz="1200" dirty="0">
              <a:latin typeface="华文细黑" panose="02010600040101010101" pitchFamily="2" charset="-122"/>
              <a:ea typeface="华文细黑" panose="02010600040101010101" pitchFamily="2" charset="-122"/>
              <a:cs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16795" y="3406480"/>
            <a:ext cx="5688485" cy="4333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250000"/>
              </a:lnSpc>
            </a:pPr>
            <a:endParaRPr lang="zh-CN" altLang="en-US" sz="800" dirty="0">
              <a:latin typeface="微软雅黑 Light" panose="020B0502040204020203" pitchFamily="34" charset="-122"/>
              <a:cs typeface="Aharoni" panose="02010803020104030203" pitchFamily="2" charset="-79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5285840" y="1888923"/>
            <a:ext cx="905954" cy="90595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6998" y="1944666"/>
            <a:ext cx="756937" cy="923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spc="300" dirty="0">
                <a:solidFill>
                  <a:schemeClr val="bg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01</a:t>
            </a:r>
            <a:endParaRPr lang="zh-CN" altLang="en-US" sz="5400" spc="300" dirty="0">
              <a:solidFill>
                <a:schemeClr val="bg1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81345" y="2871607"/>
            <a:ext cx="3276600" cy="6153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>
            <a:defPPr>
              <a:defRPr lang="zh-CN"/>
            </a:defPPr>
            <a:lvl1pPr algn="ctr">
              <a:defRPr sz="4800" b="1" spc="1000">
                <a:latin typeface="方正告白情书_YS" panose="02010600010101010101" pitchFamily="2" charset="-128"/>
                <a:ea typeface="方正告白情书_YS" panose="02010600010101010101" pitchFamily="2" charset="-128"/>
                <a:cs typeface="【惠子】汉仪全唐诗" panose="02000000000000000000" pitchFamily="2" charset="2"/>
              </a:defRPr>
            </a:lvl1pPr>
          </a:lstStyle>
          <a:p>
            <a:r>
              <a:rPr lang="zh-CN" altLang="en-US" sz="4000" b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示例类的设计</a:t>
            </a:r>
            <a:endParaRPr lang="zh-CN" altLang="en-US" sz="4000" b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">
        <p:fade/>
      </p:transition>
    </mc:Choice>
    <mc:Fallback>
      <p:transition spd="med" advClick="0" advTm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flipV="1">
            <a:off x="37037" y="36087"/>
            <a:ext cx="11448000" cy="64080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5081" y="623209"/>
            <a:ext cx="48844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/>
              <a:t>以</a:t>
            </a:r>
            <a:r>
              <a:rPr lang="en-US" altLang="zh-CN" sz="2800" b="1" dirty="0"/>
              <a:t>2048</a:t>
            </a:r>
            <a:r>
              <a:rPr lang="zh-CN" altLang="en-US" sz="2800" b="1" dirty="0"/>
              <a:t>游戏为例演示类的设计</a:t>
            </a:r>
            <a:endParaRPr lang="zh-CN" altLang="en-US" sz="2800" b="1" dirty="0"/>
          </a:p>
        </p:txBody>
      </p:sp>
      <p:sp>
        <p:nvSpPr>
          <p:cNvPr id="9" name="矩形 8"/>
          <p:cNvSpPr/>
          <p:nvPr/>
        </p:nvSpPr>
        <p:spPr>
          <a:xfrm>
            <a:off x="683079" y="719138"/>
            <a:ext cx="65441" cy="3603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9511" y="719138"/>
            <a:ext cx="65441" cy="3603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Rectangle 42"/>
          <p:cNvSpPr/>
          <p:nvPr/>
        </p:nvSpPr>
        <p:spPr>
          <a:xfrm>
            <a:off x="1800531" y="3703489"/>
            <a:ext cx="2867596" cy="414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50" spc="15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进行初始化操作</a:t>
            </a:r>
            <a:endParaRPr lang="zh-CN" altLang="en-US" sz="1050" spc="15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800225" y="3227388"/>
            <a:ext cx="2164715" cy="3987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&#10;" panose="02000603000000000000" pitchFamily="2" charset="-122"/>
                <a:ea typeface="禹卫书法行书简体&#10;" panose="02000603000000000000" pitchFamily="2" charset="-122"/>
              </a:defRPr>
            </a:lvl1pPr>
          </a:lstStyle>
          <a:p>
            <a:r>
              <a:rPr lang="en-US" altLang="zh-CN" sz="2000" b="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main.cpp</a:t>
            </a:r>
            <a:endParaRPr lang="en-US" altLang="zh-CN" sz="2000" b="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97793" y="3295038"/>
            <a:ext cx="885372" cy="8853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67808" y="3430822"/>
            <a:ext cx="5453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Berlin Sans FB" panose="020E0602020502020306" pitchFamily="34" charset="0"/>
                <a:cs typeface="Arial" panose="020B060402020202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Berlin Sans FB" panose="020E0602020502020306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42"/>
          <p:cNvSpPr/>
          <p:nvPr/>
        </p:nvSpPr>
        <p:spPr>
          <a:xfrm>
            <a:off x="1800531" y="5345088"/>
            <a:ext cx="2867596" cy="414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50" spc="15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定义游戏设置</a:t>
            </a:r>
            <a:endParaRPr lang="zh-CN" altLang="en-US" sz="1050" spc="15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800225" y="4868545"/>
            <a:ext cx="3057525" cy="3987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&#10;" panose="02000603000000000000" pitchFamily="2" charset="-122"/>
                <a:ea typeface="禹卫书法行书简体&#10;" panose="02000603000000000000" pitchFamily="2" charset="-122"/>
              </a:defRPr>
            </a:lvl1pPr>
          </a:lstStyle>
          <a:p>
            <a:r>
              <a:rPr lang="en-US" altLang="zh-CN" sz="2000" b="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Setting.h</a:t>
            </a:r>
            <a:endParaRPr lang="en-US" altLang="zh-CN" sz="2000" b="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97793" y="4936637"/>
            <a:ext cx="885372" cy="8853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928535" y="5072421"/>
            <a:ext cx="623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Berlin Sans FB" panose="020E0602020502020306" pitchFamily="34" charset="0"/>
                <a:cs typeface="Arial" panose="020B060402020202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Berlin Sans FB" panose="020E0602020502020306" pitchFamily="34" charset="0"/>
              <a:cs typeface="Arial" panose="020B0604020202020204" pitchFamily="34" charset="0"/>
            </a:endParaRPr>
          </a:p>
        </p:txBody>
      </p:sp>
      <p:sp>
        <p:nvSpPr>
          <p:cNvPr id="70" name="Rectangle 42"/>
          <p:cNvSpPr/>
          <p:nvPr/>
        </p:nvSpPr>
        <p:spPr>
          <a:xfrm>
            <a:off x="7483867" y="3703489"/>
            <a:ext cx="2867596" cy="414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50" spc="15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定义游戏接口</a:t>
            </a:r>
            <a:endParaRPr lang="zh-CN" altLang="en-US" sz="1050" spc="15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484110" y="3227070"/>
            <a:ext cx="3281045" cy="3987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&#10;" panose="02000603000000000000" pitchFamily="2" charset="-122"/>
                <a:ea typeface="禹卫书法行书简体&#10;" panose="02000603000000000000" pitchFamily="2" charset="-122"/>
              </a:defRPr>
            </a:lvl1pPr>
          </a:lstStyle>
          <a:p>
            <a:r>
              <a:rPr lang="en-US" altLang="zh-CN" sz="2000" b="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Game.h</a:t>
            </a:r>
            <a:endParaRPr lang="en-US" altLang="zh-CN" sz="2000" b="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481129" y="3295038"/>
            <a:ext cx="885372" cy="8853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609466" y="3430822"/>
            <a:ext cx="628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Berlin Sans FB" panose="020E0602020502020306" pitchFamily="34" charset="0"/>
                <a:cs typeface="Arial" panose="020B0604020202020204" pitchFamily="34" charset="0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Berlin Sans FB" panose="020E0602020502020306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42"/>
          <p:cNvSpPr/>
          <p:nvPr/>
        </p:nvSpPr>
        <p:spPr>
          <a:xfrm>
            <a:off x="7483867" y="5345088"/>
            <a:ext cx="2867596" cy="414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50" spc="15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游戏主文件</a:t>
            </a:r>
            <a:endParaRPr lang="zh-CN" altLang="en-US" sz="1050" spc="15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484110" y="4868545"/>
            <a:ext cx="2830830" cy="3987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&#10;" panose="02000603000000000000" pitchFamily="2" charset="-122"/>
                <a:ea typeface="禹卫书法行书简体&#10;" panose="02000603000000000000" pitchFamily="2" charset="-122"/>
              </a:defRPr>
            </a:lvl1pPr>
          </a:lstStyle>
          <a:p>
            <a:r>
              <a:rPr lang="en-US" altLang="zh-CN" sz="2000" b="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Game.cpp</a:t>
            </a:r>
            <a:endParaRPr lang="en-US" altLang="zh-CN" sz="2000" b="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481129" y="4936637"/>
            <a:ext cx="885372" cy="8853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6606260" y="5072421"/>
            <a:ext cx="635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Berlin Sans FB" panose="020E0602020502020306" pitchFamily="34" charset="0"/>
                <a:cs typeface="Arial" panose="020B0604020202020204" pitchFamily="34" charset="0"/>
              </a:rPr>
              <a:t>04</a:t>
            </a:r>
            <a:endParaRPr lang="zh-CN" altLang="en-US" sz="3200" dirty="0">
              <a:solidFill>
                <a:schemeClr val="bg1"/>
              </a:solidFill>
              <a:latin typeface="Berlin Sans FB" panose="020E0602020502020306" pitchFamily="34" charset="0"/>
              <a:cs typeface="Arial" panose="020B0604020202020204" pitchFamily="34" charset="0"/>
            </a:endParaRPr>
          </a:p>
        </p:txBody>
      </p:sp>
      <p:sp>
        <p:nvSpPr>
          <p:cNvPr id="94" name="Rectangle 42"/>
          <p:cNvSpPr/>
          <p:nvPr/>
        </p:nvSpPr>
        <p:spPr>
          <a:xfrm>
            <a:off x="870496" y="2229044"/>
            <a:ext cx="9480967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200" spc="15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2048</a:t>
            </a:r>
            <a:r>
              <a:rPr lang="zh-CN" altLang="en-US" sz="1200" spc="15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游戏只要实现对于键盘处理和合并数字卡片即可</a:t>
            </a:r>
            <a:endParaRPr lang="zh-CN" altLang="en-US" sz="1200" spc="15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870497" y="1617316"/>
            <a:ext cx="1550108" cy="39998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&#10;" panose="02000603000000000000" pitchFamily="2" charset="-122"/>
                <a:ea typeface="禹卫书法行书简体&#10;" panose="02000603000000000000" pitchFamily="2" charset="-122"/>
              </a:defRPr>
            </a:lvl1pPr>
          </a:lstStyle>
          <a:p>
            <a:pPr algn="ctr"/>
            <a:r>
              <a:rPr lang="zh-CN" altLang="en-US" sz="2000" b="0" spc="300" dirty="0">
                <a:solidFill>
                  <a:schemeClr val="bg1"/>
                </a:solidFill>
                <a:latin typeface="汉仪中圆简" panose="02010604000101010101" pitchFamily="2" charset="-122"/>
                <a:ea typeface="汉仪中圆简" panose="02010604000101010101" pitchFamily="2" charset="-122"/>
              </a:rPr>
              <a:t>内容概括</a:t>
            </a:r>
            <a:endParaRPr lang="zh-CN" altLang="en-US" sz="2400" b="0" spc="300" dirty="0">
              <a:solidFill>
                <a:schemeClr val="bg1"/>
              </a:solidFill>
              <a:latin typeface="汉仪中圆简" panose="02010604000101010101" pitchFamily="2" charset="-122"/>
              <a:ea typeface="汉仪中圆简" panose="0201060400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">
        <p:fade/>
      </p:transition>
    </mc:Choice>
    <mc:Fallback>
      <p:transition spd="med" advClick="0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游戏类的设计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PART TWO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" name="Picture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860" y="71120"/>
            <a:ext cx="6240780" cy="63379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2402998" y="3605832"/>
            <a:ext cx="6716079" cy="61266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lnSpc>
                <a:spcPct val="250000"/>
              </a:lnSpc>
            </a:pPr>
            <a:endParaRPr lang="en-US" altLang="zh-CN" sz="1200" dirty="0">
              <a:latin typeface="华文细黑" panose="02010600040101010101" pitchFamily="2" charset="-122"/>
              <a:ea typeface="华文细黑" panose="02010600040101010101" pitchFamily="2" charset="-122"/>
              <a:cs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16795" y="3406480"/>
            <a:ext cx="5688485" cy="4333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250000"/>
              </a:lnSpc>
            </a:pPr>
            <a:endParaRPr lang="zh-CN" altLang="en-US" sz="800" dirty="0">
              <a:latin typeface="微软雅黑 Light" panose="020B0502040204020203" pitchFamily="34" charset="-122"/>
              <a:cs typeface="Aharoni" panose="02010803020104030203" pitchFamily="2" charset="-79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5285840" y="1888923"/>
            <a:ext cx="905954" cy="90595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6998" y="1944666"/>
            <a:ext cx="7761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spc="300" dirty="0">
                <a:solidFill>
                  <a:schemeClr val="bg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03</a:t>
            </a:r>
            <a:endParaRPr lang="zh-CN" altLang="en-US" sz="5400" spc="300" dirty="0">
              <a:solidFill>
                <a:schemeClr val="bg1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27445" y="2871607"/>
            <a:ext cx="2184400" cy="6153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>
            <a:defPPr>
              <a:defRPr lang="zh-CN"/>
            </a:defPPr>
            <a:lvl1pPr algn="ctr">
              <a:defRPr sz="4800" b="1" spc="1000">
                <a:latin typeface="方正告白情书_YS" panose="02010600010101010101" pitchFamily="2" charset="-128"/>
                <a:ea typeface="方正告白情书_YS" panose="02010600010101010101" pitchFamily="2" charset="-128"/>
                <a:cs typeface="【惠子】汉仪全唐诗" panose="02000000000000000000" pitchFamily="2" charset="2"/>
              </a:defRPr>
            </a:lvl1pPr>
          </a:lstStyle>
          <a:p>
            <a:r>
              <a:rPr lang="zh-CN" altLang="en-US" sz="4000" b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类的设计</a:t>
            </a:r>
            <a:endParaRPr lang="zh-CN" altLang="en-US" sz="4000" b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">
        <p:fade/>
      </p:transition>
    </mc:Choice>
    <mc:Fallback>
      <p:transition spd="med" advClick="0" advTm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 flipV="1">
            <a:off x="37037" y="36087"/>
            <a:ext cx="11448000" cy="64080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5081" y="623209"/>
            <a:ext cx="23164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/>
              <a:t>游戏主要的类</a:t>
            </a:r>
            <a:endParaRPr lang="zh-CN" altLang="en-US" sz="2800" b="1" dirty="0"/>
          </a:p>
        </p:txBody>
      </p:sp>
      <p:sp>
        <p:nvSpPr>
          <p:cNvPr id="9" name="矩形 8"/>
          <p:cNvSpPr/>
          <p:nvPr/>
        </p:nvSpPr>
        <p:spPr>
          <a:xfrm>
            <a:off x="683079" y="719138"/>
            <a:ext cx="65441" cy="3603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9511" y="719138"/>
            <a:ext cx="65441" cy="3603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559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: 形状 17"/>
          <p:cNvSpPr/>
          <p:nvPr>
            <p:custDataLst>
              <p:tags r:id="rId1"/>
            </p:custDataLst>
          </p:nvPr>
        </p:nvSpPr>
        <p:spPr>
          <a:xfrm rot="5400000">
            <a:off x="8351935" y="1901453"/>
            <a:ext cx="2583635" cy="3334046"/>
          </a:xfrm>
          <a:custGeom>
            <a:avLst/>
            <a:gdLst>
              <a:gd name="connsiteX0" fmla="*/ 0 w 2218896"/>
              <a:gd name="connsiteY0" fmla="*/ 678180 h 2863370"/>
              <a:gd name="connsiteX1" fmla="*/ 1109448 w 2218896"/>
              <a:gd name="connsiteY1" fmla="*/ 0 h 2863370"/>
              <a:gd name="connsiteX2" fmla="*/ 2218896 w 2218896"/>
              <a:gd name="connsiteY2" fmla="*/ 678180 h 2863370"/>
              <a:gd name="connsiteX3" fmla="*/ 1920003 w 2218896"/>
              <a:gd name="connsiteY3" fmla="*/ 678180 h 2863370"/>
              <a:gd name="connsiteX4" fmla="*/ 1920003 w 2218896"/>
              <a:gd name="connsiteY4" fmla="*/ 2863370 h 2863370"/>
              <a:gd name="connsiteX5" fmla="*/ 317946 w 2218896"/>
              <a:gd name="connsiteY5" fmla="*/ 2863370 h 2863370"/>
              <a:gd name="connsiteX6" fmla="*/ 317946 w 2218896"/>
              <a:gd name="connsiteY6" fmla="*/ 678180 h 286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18896" h="2863370">
                <a:moveTo>
                  <a:pt x="0" y="678180"/>
                </a:moveTo>
                <a:lnTo>
                  <a:pt x="1109448" y="0"/>
                </a:lnTo>
                <a:lnTo>
                  <a:pt x="2218896" y="678180"/>
                </a:lnTo>
                <a:lnTo>
                  <a:pt x="1920003" y="678180"/>
                </a:lnTo>
                <a:lnTo>
                  <a:pt x="1920003" y="2863370"/>
                </a:lnTo>
                <a:lnTo>
                  <a:pt x="317946" y="2863370"/>
                </a:lnTo>
                <a:lnTo>
                  <a:pt x="317946" y="678180"/>
                </a:lnTo>
                <a:close/>
              </a:path>
            </a:pathLst>
          </a:custGeom>
          <a:solidFill>
            <a:schemeClr val="accent2"/>
          </a:solidFill>
          <a:ln w="76200">
            <a:noFill/>
          </a:ln>
          <a:effectLst>
            <a:outerShdw dist="76200" algn="l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6" name="任意多边形: 形状 25"/>
          <p:cNvSpPr/>
          <p:nvPr>
            <p:custDataLst>
              <p:tags r:id="rId2"/>
            </p:custDataLst>
          </p:nvPr>
        </p:nvSpPr>
        <p:spPr>
          <a:xfrm>
            <a:off x="5259235" y="2276657"/>
            <a:ext cx="3334046" cy="2583635"/>
          </a:xfrm>
          <a:custGeom>
            <a:avLst/>
            <a:gdLst>
              <a:gd name="connsiteX0" fmla="*/ 2185191 w 2863371"/>
              <a:gd name="connsiteY0" fmla="*/ 0 h 2218896"/>
              <a:gd name="connsiteX1" fmla="*/ 2863371 w 2863371"/>
              <a:gd name="connsiteY1" fmla="*/ 1109448 h 2218896"/>
              <a:gd name="connsiteX2" fmla="*/ 2185191 w 2863371"/>
              <a:gd name="connsiteY2" fmla="*/ 2218896 h 2218896"/>
              <a:gd name="connsiteX3" fmla="*/ 2185191 w 2863371"/>
              <a:gd name="connsiteY3" fmla="*/ 1916826 h 2218896"/>
              <a:gd name="connsiteX4" fmla="*/ 0 w 2863371"/>
              <a:gd name="connsiteY4" fmla="*/ 1916826 h 2218896"/>
              <a:gd name="connsiteX5" fmla="*/ 0 w 2863371"/>
              <a:gd name="connsiteY5" fmla="*/ 314769 h 2218896"/>
              <a:gd name="connsiteX6" fmla="*/ 2185191 w 2863371"/>
              <a:gd name="connsiteY6" fmla="*/ 314769 h 221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3371" h="2218896">
                <a:moveTo>
                  <a:pt x="2185191" y="0"/>
                </a:moveTo>
                <a:lnTo>
                  <a:pt x="2863371" y="1109448"/>
                </a:lnTo>
                <a:lnTo>
                  <a:pt x="2185191" y="2218896"/>
                </a:lnTo>
                <a:lnTo>
                  <a:pt x="2185191" y="1916826"/>
                </a:lnTo>
                <a:lnTo>
                  <a:pt x="0" y="1916826"/>
                </a:lnTo>
                <a:lnTo>
                  <a:pt x="0" y="314769"/>
                </a:lnTo>
                <a:lnTo>
                  <a:pt x="2185191" y="314769"/>
                </a:lnTo>
                <a:close/>
              </a:path>
            </a:pathLst>
          </a:custGeom>
          <a:solidFill>
            <a:schemeClr val="accent2"/>
          </a:solidFill>
          <a:ln w="76200">
            <a:noFill/>
          </a:ln>
          <a:effectLst>
            <a:outerShdw dist="76200" algn="l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>
            <p:custDataLst>
              <p:tags r:id="rId3"/>
            </p:custDataLst>
          </p:nvPr>
        </p:nvSpPr>
        <p:spPr>
          <a:xfrm>
            <a:off x="2516846" y="2271112"/>
            <a:ext cx="3334043" cy="2583635"/>
          </a:xfrm>
          <a:custGeom>
            <a:avLst/>
            <a:gdLst>
              <a:gd name="connsiteX0" fmla="*/ 2185188 w 2863368"/>
              <a:gd name="connsiteY0" fmla="*/ 0 h 2218896"/>
              <a:gd name="connsiteX1" fmla="*/ 2863368 w 2863368"/>
              <a:gd name="connsiteY1" fmla="*/ 1109448 h 2218896"/>
              <a:gd name="connsiteX2" fmla="*/ 2185188 w 2863368"/>
              <a:gd name="connsiteY2" fmla="*/ 2218896 h 2218896"/>
              <a:gd name="connsiteX3" fmla="*/ 2185188 w 2863368"/>
              <a:gd name="connsiteY3" fmla="*/ 1915239 h 2218896"/>
              <a:gd name="connsiteX4" fmla="*/ 0 w 2863368"/>
              <a:gd name="connsiteY4" fmla="*/ 1915239 h 2218896"/>
              <a:gd name="connsiteX5" fmla="*/ 0 w 2863368"/>
              <a:gd name="connsiteY5" fmla="*/ 313182 h 2218896"/>
              <a:gd name="connsiteX6" fmla="*/ 2185188 w 2863368"/>
              <a:gd name="connsiteY6" fmla="*/ 313182 h 221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3368" h="2218896">
                <a:moveTo>
                  <a:pt x="2185188" y="0"/>
                </a:moveTo>
                <a:lnTo>
                  <a:pt x="2863368" y="1109448"/>
                </a:lnTo>
                <a:lnTo>
                  <a:pt x="2185188" y="2218896"/>
                </a:lnTo>
                <a:lnTo>
                  <a:pt x="2185188" y="1915239"/>
                </a:lnTo>
                <a:lnTo>
                  <a:pt x="0" y="1915239"/>
                </a:lnTo>
                <a:lnTo>
                  <a:pt x="0" y="313182"/>
                </a:lnTo>
                <a:lnTo>
                  <a:pt x="2185188" y="313182"/>
                </a:lnTo>
                <a:close/>
              </a:path>
            </a:pathLst>
          </a:custGeom>
          <a:solidFill>
            <a:schemeClr val="accent1"/>
          </a:solidFill>
          <a:ln w="76200">
            <a:noFill/>
          </a:ln>
          <a:effectLst>
            <a:outerShdw dist="76200" algn="l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39" name="任意多边形: 形状 38"/>
          <p:cNvSpPr/>
          <p:nvPr>
            <p:custDataLst>
              <p:tags r:id="rId4"/>
            </p:custDataLst>
          </p:nvPr>
        </p:nvSpPr>
        <p:spPr>
          <a:xfrm>
            <a:off x="282791" y="2274810"/>
            <a:ext cx="2833712" cy="2583637"/>
          </a:xfrm>
          <a:custGeom>
            <a:avLst/>
            <a:gdLst>
              <a:gd name="connsiteX0" fmla="*/ 1857262 w 2433669"/>
              <a:gd name="connsiteY0" fmla="*/ 0 h 2218897"/>
              <a:gd name="connsiteX1" fmla="*/ 2433669 w 2433669"/>
              <a:gd name="connsiteY1" fmla="*/ 1109449 h 2218897"/>
              <a:gd name="connsiteX2" fmla="*/ 1857262 w 2433669"/>
              <a:gd name="connsiteY2" fmla="*/ 2218897 h 2218897"/>
              <a:gd name="connsiteX3" fmla="*/ 1857262 w 2433669"/>
              <a:gd name="connsiteY3" fmla="*/ 1915239 h 2218897"/>
              <a:gd name="connsiteX4" fmla="*/ 0 w 2433669"/>
              <a:gd name="connsiteY4" fmla="*/ 1915239 h 2218897"/>
              <a:gd name="connsiteX5" fmla="*/ 0 w 2433669"/>
              <a:gd name="connsiteY5" fmla="*/ 313182 h 2218897"/>
              <a:gd name="connsiteX6" fmla="*/ 1857262 w 2433669"/>
              <a:gd name="connsiteY6" fmla="*/ 313182 h 221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3669" h="2218897">
                <a:moveTo>
                  <a:pt x="1857262" y="0"/>
                </a:moveTo>
                <a:lnTo>
                  <a:pt x="2433669" y="1109449"/>
                </a:lnTo>
                <a:lnTo>
                  <a:pt x="1857262" y="2218897"/>
                </a:lnTo>
                <a:lnTo>
                  <a:pt x="1857262" y="1915239"/>
                </a:lnTo>
                <a:lnTo>
                  <a:pt x="0" y="1915239"/>
                </a:lnTo>
                <a:lnTo>
                  <a:pt x="0" y="313182"/>
                </a:lnTo>
                <a:lnTo>
                  <a:pt x="1857262" y="313182"/>
                </a:lnTo>
                <a:close/>
              </a:path>
            </a:pathLst>
          </a:custGeom>
          <a:solidFill>
            <a:schemeClr val="accent4"/>
          </a:solidFill>
          <a:ln w="76200">
            <a:noFill/>
          </a:ln>
          <a:effectLst>
            <a:outerShdw dist="76200" algn="l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>
            <p:custDataLst>
              <p:tags r:id="rId5"/>
            </p:custDataLst>
          </p:nvPr>
        </p:nvGrpSpPr>
        <p:grpSpPr>
          <a:xfrm>
            <a:off x="545261" y="3007134"/>
            <a:ext cx="2155385" cy="930046"/>
            <a:chOff x="545261" y="3007134"/>
            <a:chExt cx="2155385" cy="930046"/>
          </a:xfrm>
        </p:grpSpPr>
        <p:sp>
          <p:nvSpPr>
            <p:cNvPr id="43" name="Rectangle 42"/>
            <p:cNvSpPr/>
            <p:nvPr>
              <p:custDataLst>
                <p:tags r:id="rId6"/>
              </p:custDataLst>
            </p:nvPr>
          </p:nvSpPr>
          <p:spPr>
            <a:xfrm>
              <a:off x="545261" y="3523160"/>
              <a:ext cx="2155385" cy="4140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1050" spc="15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负责对于玩家动作的处理</a:t>
              </a:r>
              <a:endParaRPr lang="zh-CN" altLang="en-US" sz="1050" spc="15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7"/>
              </p:custDataLst>
            </p:nvPr>
          </p:nvSpPr>
          <p:spPr>
            <a:xfrm>
              <a:off x="545262" y="3007134"/>
              <a:ext cx="1550108" cy="3987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1500" b="1" spc="-15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禹卫书法行书简体&#10;" panose="02000603000000000000" pitchFamily="2" charset="-122"/>
                  <a:ea typeface="禹卫书法行书简体&#10;" panose="02000603000000000000" pitchFamily="2" charset="-122"/>
                </a:defRPr>
              </a:lvl1pPr>
            </a:lstStyle>
            <a:p>
              <a:r>
                <a:rPr lang="en-US" altLang="zh-CN" sz="2000" b="0" spc="300" dirty="0">
                  <a:solidFill>
                    <a:schemeClr val="bg1"/>
                  </a:solidFill>
                  <a:latin typeface="汉仪中圆简" panose="02010604000101010101" pitchFamily="2" charset="-122"/>
                  <a:ea typeface="汉仪中圆简" panose="02010604000101010101" pitchFamily="2" charset="-122"/>
                </a:rPr>
                <a:t>Player</a:t>
              </a:r>
              <a:r>
                <a:rPr lang="zh-CN" altLang="en-US" sz="2000" b="0" spc="300" dirty="0">
                  <a:solidFill>
                    <a:schemeClr val="bg1"/>
                  </a:solidFill>
                  <a:latin typeface="汉仪中圆简" panose="02010604000101010101" pitchFamily="2" charset="-122"/>
                  <a:ea typeface="汉仪中圆简" panose="02010604000101010101" pitchFamily="2" charset="-122"/>
                </a:rPr>
                <a:t>类</a:t>
              </a:r>
              <a:endParaRPr lang="zh-CN" altLang="en-US" sz="2000" b="0" spc="300" dirty="0">
                <a:solidFill>
                  <a:schemeClr val="bg1"/>
                </a:solidFill>
                <a:latin typeface="汉仪中圆简" panose="02010604000101010101" pitchFamily="2" charset="-122"/>
                <a:ea typeface="汉仪中圆简" panose="02010604000101010101" pitchFamily="2" charset="-122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8"/>
            </p:custDataLst>
          </p:nvPr>
        </p:nvGrpSpPr>
        <p:grpSpPr>
          <a:xfrm>
            <a:off x="3297795" y="3007135"/>
            <a:ext cx="2155385" cy="930045"/>
            <a:chOff x="545261" y="3007135"/>
            <a:chExt cx="2155385" cy="930045"/>
          </a:xfrm>
        </p:grpSpPr>
        <p:sp>
          <p:nvSpPr>
            <p:cNvPr id="48" name="Rectangle 42"/>
            <p:cNvSpPr/>
            <p:nvPr>
              <p:custDataLst>
                <p:tags r:id="rId9"/>
              </p:custDataLst>
            </p:nvPr>
          </p:nvSpPr>
          <p:spPr>
            <a:xfrm>
              <a:off x="545261" y="3523160"/>
              <a:ext cx="2155385" cy="4140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1050" spc="15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负责生成障碍物</a:t>
              </a:r>
              <a:endParaRPr lang="zh-CN" altLang="en-US" sz="1050" spc="15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0"/>
              </p:custDataLst>
            </p:nvPr>
          </p:nvSpPr>
          <p:spPr>
            <a:xfrm>
              <a:off x="545261" y="3007135"/>
              <a:ext cx="2152015" cy="3987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1500" b="1" spc="-15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禹卫书法行书简体&#10;" panose="02000603000000000000" pitchFamily="2" charset="-122"/>
                  <a:ea typeface="禹卫书法行书简体&#10;" panose="02000603000000000000" pitchFamily="2" charset="-122"/>
                </a:defRPr>
              </a:lvl1pPr>
            </a:lstStyle>
            <a:p>
              <a:r>
                <a:rPr lang="en-US" altLang="zh-CN" sz="2000" b="0" spc="300" dirty="0">
                  <a:solidFill>
                    <a:schemeClr val="bg1"/>
                  </a:solidFill>
                  <a:latin typeface="汉仪中圆简" panose="02010604000101010101" pitchFamily="2" charset="-122"/>
                  <a:ea typeface="汉仪中圆简" panose="02010604000101010101" pitchFamily="2" charset="-122"/>
                </a:rPr>
                <a:t>Obstacle</a:t>
              </a:r>
              <a:r>
                <a:rPr lang="zh-CN" altLang="en-US" sz="2000" b="0" spc="300" dirty="0">
                  <a:solidFill>
                    <a:schemeClr val="bg1"/>
                  </a:solidFill>
                  <a:latin typeface="汉仪中圆简" panose="02010604000101010101" pitchFamily="2" charset="-122"/>
                  <a:ea typeface="汉仪中圆简" panose="02010604000101010101" pitchFamily="2" charset="-122"/>
                </a:rPr>
                <a:t>类</a:t>
              </a:r>
              <a:endParaRPr lang="zh-CN" altLang="en-US" sz="2000" b="0" spc="300" dirty="0">
                <a:solidFill>
                  <a:schemeClr val="bg1"/>
                </a:solidFill>
                <a:latin typeface="汉仪中圆简" panose="02010604000101010101" pitchFamily="2" charset="-122"/>
                <a:ea typeface="汉仪中圆简" panose="02010604000101010101" pitchFamily="2" charset="-122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11"/>
            </p:custDataLst>
          </p:nvPr>
        </p:nvGrpSpPr>
        <p:grpSpPr>
          <a:xfrm>
            <a:off x="6050329" y="3007134"/>
            <a:ext cx="2155385" cy="930046"/>
            <a:chOff x="545261" y="3007134"/>
            <a:chExt cx="2155385" cy="930046"/>
          </a:xfrm>
        </p:grpSpPr>
        <p:sp>
          <p:nvSpPr>
            <p:cNvPr id="51" name="Rectangle 42"/>
            <p:cNvSpPr/>
            <p:nvPr>
              <p:custDataLst>
                <p:tags r:id="rId12"/>
              </p:custDataLst>
            </p:nvPr>
          </p:nvSpPr>
          <p:spPr>
            <a:xfrm>
              <a:off x="545261" y="3523160"/>
              <a:ext cx="2155385" cy="4140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1050" spc="15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负责游戏场景的生成</a:t>
              </a:r>
              <a:endParaRPr lang="zh-CN" altLang="en-US" sz="1050" spc="15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2" name="文本框 51"/>
            <p:cNvSpPr txBox="1"/>
            <p:nvPr>
              <p:custDataLst>
                <p:tags r:id="rId13"/>
              </p:custDataLst>
            </p:nvPr>
          </p:nvSpPr>
          <p:spPr>
            <a:xfrm>
              <a:off x="545262" y="3007134"/>
              <a:ext cx="1550108" cy="3987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1500" b="1" spc="-15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禹卫书法行书简体&#10;" panose="02000603000000000000" pitchFamily="2" charset="-122"/>
                  <a:ea typeface="禹卫书法行书简体&#10;" panose="02000603000000000000" pitchFamily="2" charset="-122"/>
                </a:defRPr>
              </a:lvl1pPr>
            </a:lstStyle>
            <a:p>
              <a:r>
                <a:rPr lang="en-US" sz="2000" b="0" spc="300" dirty="0">
                  <a:solidFill>
                    <a:schemeClr val="bg1"/>
                  </a:solidFill>
                  <a:latin typeface="汉仪中圆简" panose="02010604000101010101" pitchFamily="2" charset="-122"/>
                  <a:ea typeface="汉仪中圆简" panose="02010604000101010101" pitchFamily="2" charset="-122"/>
                </a:rPr>
                <a:t>Scene</a:t>
              </a:r>
              <a:r>
                <a:rPr lang="zh-CN" altLang="en-US" sz="2000" b="0" spc="300" dirty="0">
                  <a:solidFill>
                    <a:schemeClr val="bg1"/>
                  </a:solidFill>
                  <a:latin typeface="汉仪中圆简" panose="02010604000101010101" pitchFamily="2" charset="-122"/>
                  <a:ea typeface="汉仪中圆简" panose="02010604000101010101" pitchFamily="2" charset="-122"/>
                </a:rPr>
                <a:t>类</a:t>
              </a:r>
              <a:endParaRPr lang="zh-CN" altLang="en-US" sz="2000" b="0" spc="300" dirty="0">
                <a:solidFill>
                  <a:schemeClr val="bg1"/>
                </a:solidFill>
                <a:latin typeface="汉仪中圆简" panose="02010604000101010101" pitchFamily="2" charset="-122"/>
                <a:ea typeface="汉仪中圆简" panose="02010604000101010101" pitchFamily="2" charset="-122"/>
              </a:endParaRPr>
            </a:p>
          </p:txBody>
        </p:sp>
      </p:grpSp>
      <p:grpSp>
        <p:nvGrpSpPr>
          <p:cNvPr id="53" name="组合 52"/>
          <p:cNvGrpSpPr/>
          <p:nvPr>
            <p:custDataLst>
              <p:tags r:id="rId14"/>
            </p:custDataLst>
          </p:nvPr>
        </p:nvGrpSpPr>
        <p:grpSpPr>
          <a:xfrm>
            <a:off x="8802863" y="3007134"/>
            <a:ext cx="2155385" cy="930046"/>
            <a:chOff x="545261" y="3007134"/>
            <a:chExt cx="2155385" cy="930046"/>
          </a:xfrm>
        </p:grpSpPr>
        <p:sp>
          <p:nvSpPr>
            <p:cNvPr id="54" name="Rectangle 42"/>
            <p:cNvSpPr/>
            <p:nvPr>
              <p:custDataLst>
                <p:tags r:id="rId15"/>
              </p:custDataLst>
            </p:nvPr>
          </p:nvSpPr>
          <p:spPr>
            <a:xfrm>
              <a:off x="545261" y="3523160"/>
              <a:ext cx="2155385" cy="4140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1050" spc="15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负责游戏分数的计算</a:t>
              </a:r>
              <a:endParaRPr lang="zh-CN" altLang="en-US" sz="1050" spc="15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16"/>
              </p:custDataLst>
            </p:nvPr>
          </p:nvSpPr>
          <p:spPr>
            <a:xfrm>
              <a:off x="545262" y="3007134"/>
              <a:ext cx="1550108" cy="3987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1500" b="1" spc="-15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禹卫书法行书简体&#10;" panose="02000603000000000000" pitchFamily="2" charset="-122"/>
                  <a:ea typeface="禹卫书法行书简体&#10;" panose="02000603000000000000" pitchFamily="2" charset="-122"/>
                </a:defRPr>
              </a:lvl1pPr>
            </a:lstStyle>
            <a:p>
              <a:r>
                <a:rPr lang="en-US" altLang="zh-CN" sz="2000" b="0" spc="300" dirty="0">
                  <a:solidFill>
                    <a:schemeClr val="bg1"/>
                  </a:solidFill>
                  <a:latin typeface="汉仪中圆简" panose="02010604000101010101" pitchFamily="2" charset="-122"/>
                  <a:ea typeface="汉仪中圆简" panose="02010604000101010101" pitchFamily="2" charset="-122"/>
                </a:rPr>
                <a:t>Score</a:t>
              </a:r>
              <a:r>
                <a:rPr lang="zh-CN" altLang="en-US" sz="2000" b="0" spc="300" dirty="0">
                  <a:solidFill>
                    <a:schemeClr val="bg1"/>
                  </a:solidFill>
                  <a:latin typeface="汉仪中圆简" panose="02010604000101010101" pitchFamily="2" charset="-122"/>
                  <a:ea typeface="汉仪中圆简" panose="02010604000101010101" pitchFamily="2" charset="-122"/>
                </a:rPr>
                <a:t>类</a:t>
              </a:r>
              <a:endParaRPr lang="zh-CN" altLang="en-US" sz="2000" b="0" spc="300" dirty="0">
                <a:solidFill>
                  <a:schemeClr val="bg1"/>
                </a:solidFill>
                <a:latin typeface="汉仪中圆简" panose="02010604000101010101" pitchFamily="2" charset="-122"/>
                <a:ea typeface="汉仪中圆简" panose="02010604000101010101" pitchFamily="2" charset="-122"/>
              </a:endParaRPr>
            </a:p>
          </p:txBody>
        </p:sp>
      </p:grpSp>
      <p:pic>
        <p:nvPicPr>
          <p:cNvPr id="2" name="图片 1" descr="7cc4e87a94b98c908b9569d2ea5beef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1085" y="179705"/>
            <a:ext cx="5594350" cy="2233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">
        <p:fade/>
      </p:transition>
    </mc:Choice>
    <mc:Fallback>
      <p:transition spd="med" advClick="0" advTm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类的关系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PART FOUR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" name="Picture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815" y="1079500"/>
            <a:ext cx="8423910" cy="4191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" y="0"/>
            <a:ext cx="11521388" cy="648017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412692" y="2475979"/>
            <a:ext cx="6696710" cy="7385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zh-CN" altLang="en-US" sz="4800" b="1" spc="3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汇报完毕 感谢大家观看</a:t>
            </a:r>
            <a:endParaRPr lang="zh-CN" altLang="en-US" sz="4800" b="1" spc="3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999040" y="1909085"/>
            <a:ext cx="1524000" cy="36893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zh-CN" altLang="en-US" sz="2400" spc="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工作汇报</a:t>
            </a:r>
            <a:endParaRPr lang="zh-CN" altLang="en-US" sz="2400" spc="600" dirty="0"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402998" y="3457277"/>
            <a:ext cx="6716079" cy="61266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lnSpc>
                <a:spcPct val="250000"/>
              </a:lnSpc>
            </a:pPr>
            <a:endParaRPr lang="en-US" altLang="zh-CN" sz="1200" dirty="0">
              <a:latin typeface="华文细黑" panose="02010600040101010101" pitchFamily="2" charset="-122"/>
              <a:ea typeface="华文细黑" panose="02010600040101010101" pitchFamily="2" charset="-122"/>
              <a:cs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96782" y="3257925"/>
            <a:ext cx="8328510" cy="4333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250000"/>
              </a:lnSpc>
            </a:pPr>
            <a:endParaRPr lang="zh-CN" altLang="en-US" sz="1050" dirty="0">
              <a:latin typeface="微软雅黑 Light" panose="020B0502040204020203" pitchFamily="34" charset="-122"/>
              <a:cs typeface="Aharoni" panose="02010803020104030203" pitchFamily="2" charset="-79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77995" y="4182470"/>
            <a:ext cx="2390824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pc="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汇报小组：</a:t>
            </a:r>
            <a:r>
              <a:rPr lang="en-US" altLang="zh-CN" sz="1400" spc="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114514</a:t>
            </a:r>
            <a:r>
              <a:rPr lang="zh-CN" altLang="en-US" sz="1400" spc="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组 </a:t>
            </a:r>
            <a:endParaRPr lang="zh-CN" altLang="en-US" sz="1400" spc="3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761037" y="4182470"/>
            <a:ext cx="2390824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pc="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时间：</a:t>
            </a:r>
            <a:r>
              <a:rPr lang="en-US" altLang="zh-CN" sz="1400" spc="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2025.07.01</a:t>
            </a:r>
            <a:endParaRPr lang="zh-CN" altLang="en-US" sz="1400" spc="3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00">
        <p:fade/>
      </p:transition>
    </mc:Choice>
    <mc:Fallback>
      <p:transition spd="med" advClick="0" advTm="1000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f"/>
  <p:tag name="KSO_WM_UNIT_SUBTYPE" val="g"/>
  <p:tag name="KSO_WM_UNIT_INDEX" val="4"/>
  <p:tag name="KSO_WM_BEAUTIFY_FLAG" val="#wm#"/>
  <p:tag name="KSO_WM_TAG_VERSION" val="3.0"/>
  <p:tag name="KSO_WM_UNIT_PRESET_TEXT" val="公司名"/>
  <p:tag name="KSO_WM_UNIT_ID" val="_1*f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3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时间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4.xml><?xml version="1.0" encoding="utf-8"?>
<p:tagLst xmlns:p="http://schemas.openxmlformats.org/presentationml/2006/main">
  <p:tag name="KSO_WM_UNIT_TYPE" val="f"/>
  <p:tag name="KSO_WM_UNIT_SUBTYPE" val="d"/>
  <p:tag name="KSO_WM_UNIT_INDEX" val="3"/>
  <p:tag name="KSO_WM_BEAUTIFY_FLAG" val="#wm#"/>
  <p:tag name="KSO_WM_TAG_VERSION" val="3.0"/>
  <p:tag name="KSO_WM_UNIT_PRESET_TEXT" val="联系方式"/>
  <p:tag name="KSO_WM_UNIT_ID" val="_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65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6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0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71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72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73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7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8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"/>
</p:tagLst>
</file>

<file path=ppt/tags/tag10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10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13.xml><?xml version="1.0" encoding="utf-8"?>
<p:tagLst xmlns:p="http://schemas.openxmlformats.org/presentationml/2006/main">
  <p:tag name="KSO_WM_UNIT_TYPE" val="f"/>
  <p:tag name="KSO_WM_UNIT_SUBTYPE" val="g"/>
  <p:tag name="KSO_WM_UNIT_INDEX" val="4"/>
  <p:tag name="KSO_WM_BEAUTIFY_FLAG" val="#wm#"/>
  <p:tag name="KSO_WM_TAG_VERSION" val="3.0"/>
  <p:tag name="KSO_WM_UNIT_PRESET_TEXT" val="公司名"/>
  <p:tag name="KSO_WM_UNIT_ID" val="_11*f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14.xml><?xml version="1.0" encoding="utf-8"?>
<p:tagLst xmlns:p="http://schemas.openxmlformats.org/presentationml/2006/main">
  <p:tag name="KSO_WM_UNIT_TYPE" val="f"/>
  <p:tag name="KSO_WM_UNIT_SUBTYPE" val="d"/>
  <p:tag name="KSO_WM_UNIT_INDEX" val="3"/>
  <p:tag name="KSO_WM_BEAUTIFY_FLAG" val="#wm#"/>
  <p:tag name="KSO_WM_TAG_VERSION" val="3.0"/>
  <p:tag name="KSO_WM_UNIT_PRESET_TEXT" val="联系方式"/>
  <p:tag name="KSO_WM_UNIT_ID" val="_1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1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时间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1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6035"/>
</p:tagLst>
</file>

<file path=ppt/tags/tag12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6035"/>
</p:tagLst>
</file>

<file path=ppt/tags/tag1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TEMPLATE_THUMBS_INDEX" val="1、9"/>
  <p:tag name="KSO_WM_TEMPLATE_SUBCATEGORY" val="29"/>
  <p:tag name="KSO_WM_TEMPLATE_COLOR_TYPE" val="0"/>
  <p:tag name="KSO_WM_TAG_VERSION" val="3.0"/>
  <p:tag name="KSO_WM_BEAUTIFY_FLAG" val="#wm#"/>
  <p:tag name="KSO_WM_TEMPLATE_INDEX" val="20236035"/>
  <p:tag name="KSO_WM_TEMPLATE_CATEGORY" val="custom"/>
  <p:tag name="KSO_WM_TEMPLATE_MASTER_TYPE" val="0"/>
</p:tagLst>
</file>

<file path=ppt/tags/tag130.xml><?xml version="1.0" encoding="utf-8"?>
<p:tagLst xmlns:p="http://schemas.openxmlformats.org/presentationml/2006/main">
  <p:tag name="KSO_WM_DIAGRAM_VIRTUALLY_FRAME" val="{&quot;height&quot;:277.63448818897643,&quot;left&quot;:406.19496062992124,&quot;top&quot;:116.30771653543306,&quot;width&quot;:258.09181102362203}"/>
</p:tagLst>
</file>

<file path=ppt/tags/tag131.xml><?xml version="1.0" encoding="utf-8"?>
<p:tagLst xmlns:p="http://schemas.openxmlformats.org/presentationml/2006/main">
  <p:tag name="KSO_WM_DIAGRAM_VIRTUALLY_FRAME" val="{&quot;height&quot;:277.63448818897643,&quot;left&quot;:406.19496062992124,&quot;top&quot;:116.30771653543306,&quot;width&quot;:258.09181102362203}"/>
</p:tagLst>
</file>

<file path=ppt/tags/tag132.xml><?xml version="1.0" encoding="utf-8"?>
<p:tagLst xmlns:p="http://schemas.openxmlformats.org/presentationml/2006/main">
  <p:tag name="KSO_WM_DIAGRAM_VIRTUALLY_FRAME" val="{&quot;height&quot;:277.63448818897643,&quot;left&quot;:406.19496062992124,&quot;top&quot;:116.30771653543306,&quot;width&quot;:258.09181102362203}"/>
</p:tagLst>
</file>

<file path=ppt/tags/tag133.xml><?xml version="1.0" encoding="utf-8"?>
<p:tagLst xmlns:p="http://schemas.openxmlformats.org/presentationml/2006/main">
  <p:tag name="KSO_WM_DIAGRAM_VIRTUALLY_FRAME" val="{&quot;height&quot;:277.63448818897643,&quot;left&quot;:406.19496062992124,&quot;top&quot;:116.30771653543306,&quot;width&quot;:258.09181102362203}"/>
</p:tagLst>
</file>

<file path=ppt/tags/tag134.xml><?xml version="1.0" encoding="utf-8"?>
<p:tagLst xmlns:p="http://schemas.openxmlformats.org/presentationml/2006/main">
  <p:tag name="KSO_WM_DIAGRAM_VIRTUALLY_FRAME" val="{&quot;height&quot;:277.63448818897643,&quot;left&quot;:406.19496062992124,&quot;top&quot;:116.30771653543306,&quot;width&quot;:258.09181102362203}"/>
</p:tagLst>
</file>

<file path=ppt/tags/tag135.xml><?xml version="1.0" encoding="utf-8"?>
<p:tagLst xmlns:p="http://schemas.openxmlformats.org/presentationml/2006/main">
  <p:tag name="KSO_WM_DIAGRAM_VIRTUALLY_FRAME" val="{&quot;height&quot;:277.63448818897643,&quot;left&quot;:406.19496062992124,&quot;top&quot;:116.30771653543306,&quot;width&quot;:258.09181102362203}"/>
</p:tagLst>
</file>

<file path=ppt/tags/tag136.xml><?xml version="1.0" encoding="utf-8"?>
<p:tagLst xmlns:p="http://schemas.openxmlformats.org/presentationml/2006/main">
  <p:tag name="KSO_WM_DIAGRAM_VIRTUALLY_FRAME" val="{&quot;height&quot;:277.63448818897643,&quot;left&quot;:406.19496062992124,&quot;top&quot;:116.30771653543306,&quot;width&quot;:258.09181102362203}"/>
</p:tagLst>
</file>

<file path=ppt/tags/tag137.xml><?xml version="1.0" encoding="utf-8"?>
<p:tagLst xmlns:p="http://schemas.openxmlformats.org/presentationml/2006/main">
  <p:tag name="KSO_WM_DIAGRAM_VIRTUALLY_FRAME" val="{&quot;height&quot;:277.63448818897643,&quot;left&quot;:406.19496062992124,&quot;top&quot;:116.30771653543306,&quot;width&quot;:258.09181102362203}"/>
</p:tagLst>
</file>

<file path=ppt/tags/tag138.xml><?xml version="1.0" encoding="utf-8"?>
<p:tagLst xmlns:p="http://schemas.openxmlformats.org/presentationml/2006/main">
  <p:tag name="KSO_WM_DIAGRAM_VIRTUALLY_FRAME" val="{&quot;height&quot;:277.63448818897643,&quot;left&quot;:406.19496062992124,&quot;top&quot;:116.30771653543306,&quot;width&quot;:258.09181102362203}"/>
</p:tagLst>
</file>

<file path=ppt/tags/tag139.xml><?xml version="1.0" encoding="utf-8"?>
<p:tagLst xmlns:p="http://schemas.openxmlformats.org/presentationml/2006/main">
  <p:tag name="KSO_WM_DIAGRAM_VIRTUALLY_FRAME" val="{&quot;height&quot;:277.63448818897643,&quot;left&quot;:406.19496062992124,&quot;top&quot;:116.30771653543306,&quot;width&quot;:258.09181102362203}"/>
</p:tagLst>
</file>

<file path=ppt/tags/tag140.xml><?xml version="1.0" encoding="utf-8"?>
<p:tagLst xmlns:p="http://schemas.openxmlformats.org/presentationml/2006/main">
  <p:tag name="KSO_WM_DIAGRAM_VIRTUALLY_FRAME" val="{&quot;height&quot;:277.63448818897643,&quot;left&quot;:406.19496062992124,&quot;top&quot;:116.30771653543306,&quot;width&quot;:258.09181102362203}"/>
</p:tagLst>
</file>

<file path=ppt/tags/tag141.xml><?xml version="1.0" encoding="utf-8"?>
<p:tagLst xmlns:p="http://schemas.openxmlformats.org/presentationml/2006/main">
  <p:tag name="KSO_WM_DIAGRAM_VIRTUALLY_FRAME" val="{&quot;height&quot;:277.63448818897643,&quot;left&quot;:406.19496062992124,&quot;top&quot;:116.30771653543306,&quot;width&quot;:258.09181102362203}"/>
</p:tagLst>
</file>

<file path=ppt/tags/tag1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6035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35"/>
  <p:tag name="KSO_WM_TEMPLATE_CATEGORY" val="custom"/>
  <p:tag name="KSO_WM_UNIT_ISCONTENTSTITLE" val="0"/>
  <p:tag name="KSO_WM_UNIT_VALUE" val="7"/>
  <p:tag name="KSO_WM_UNIT_TEXT_TYPE" val="1"/>
  <p:tag name="KSO_WM_UNIT_PRESET_TEXT" val="添加章节标题"/>
</p:tagLst>
</file>

<file path=ppt/tags/tag14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6035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35"/>
  <p:tag name="KSO_WM_TEMPLATE_CATEGORY" val="custom"/>
  <p:tag name="KSO_WM_UNIT_VALUE" val="5"/>
  <p:tag name="KSO_WM_UNIT_PRESET_TEXT_INDEX" val="-1"/>
  <p:tag name="KSO_WM_UNIT_PRESET_TEXT_LEN" val="0"/>
</p:tagLst>
</file>

<file path=ppt/tags/tag144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035"/>
  <p:tag name="KSO_WM_TEMPLATE_CATEGORY" val="custom"/>
  <p:tag name="KSO_WM_SLIDE_INDEX" val="7"/>
  <p:tag name="KSO_WM_SLIDE_ID" val="custom20236035_7"/>
  <p:tag name="KSO_WM_TEMPLATE_MASTER_TYPE" val="0"/>
  <p:tag name="KSO_WM_SLIDE_LAYOUT" val="a_e"/>
  <p:tag name="KSO_WM_SLIDE_LAYOUT_CNT" val="1_1"/>
</p:tagLst>
</file>

<file path=ppt/tags/tag145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46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47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48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49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50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51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52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53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54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55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56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57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58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59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60.xml><?xml version="1.0" encoding="utf-8"?>
<p:tagLst xmlns:p="http://schemas.openxmlformats.org/presentationml/2006/main">
  <p:tag name="KSO_WM_DIAGRAM_VIRTUALLY_FRAME" val="{&quot;height&quot;:203.87255905511807,&quot;left&quot;:22.267007874015746,&quot;top&quot;:178.82771653543307,&quot;width&quot;:868.3452362204725}"/>
</p:tagLst>
</file>

<file path=ppt/tags/tag1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6035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35"/>
  <p:tag name="KSO_WM_TEMPLATE_CATEGORY" val="custom"/>
  <p:tag name="KSO_WM_UNIT_ISCONTENTSTITLE" val="0"/>
  <p:tag name="KSO_WM_UNIT_VALUE" val="7"/>
  <p:tag name="KSO_WM_UNIT_TEXT_TYPE" val="1"/>
  <p:tag name="KSO_WM_UNIT_PRESET_TEXT" val="添加章节标题"/>
</p:tagLst>
</file>

<file path=ppt/tags/tag16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6035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35"/>
  <p:tag name="KSO_WM_TEMPLATE_CATEGORY" val="custom"/>
  <p:tag name="KSO_WM_UNIT_VALUE" val="5"/>
  <p:tag name="KSO_WM_UNIT_PRESET_TEXT_INDEX" val="-1"/>
  <p:tag name="KSO_WM_UNIT_PRESET_TEXT_LEN" val="0"/>
</p:tagLst>
</file>

<file path=ppt/tags/tag163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035"/>
  <p:tag name="KSO_WM_TEMPLATE_CATEGORY" val="custom"/>
  <p:tag name="KSO_WM_SLIDE_INDEX" val="7"/>
  <p:tag name="KSO_WM_SLIDE_ID" val="custom20236035_7"/>
  <p:tag name="KSO_WM_TEMPLATE_MASTER_TYPE" val="0"/>
  <p:tag name="KSO_WM_SLIDE_LAYOUT" val="a_e"/>
  <p:tag name="KSO_WM_SLIDE_LAYOUT_CNT" val="1_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主题">
  <a:themeElements>
    <a:clrScheme name="自定义 87">
      <a:dk1>
        <a:srgbClr val="393939"/>
      </a:dk1>
      <a:lt1>
        <a:srgbClr val="FFFFFF"/>
      </a:lt1>
      <a:dk2>
        <a:srgbClr val="1174E0"/>
      </a:dk2>
      <a:lt2>
        <a:srgbClr val="F0F0F0"/>
      </a:lt2>
      <a:accent1>
        <a:srgbClr val="AFE9FC"/>
      </a:accent1>
      <a:accent2>
        <a:srgbClr val="1174E0"/>
      </a:accent2>
      <a:accent3>
        <a:srgbClr val="AFE9FC"/>
      </a:accent3>
      <a:accent4>
        <a:srgbClr val="1174E0"/>
      </a:accent4>
      <a:accent5>
        <a:srgbClr val="AFE9FC"/>
      </a:accent5>
      <a:accent6>
        <a:srgbClr val="1174E0"/>
      </a:accent6>
      <a:hlink>
        <a:srgbClr val="4472C4"/>
      </a:hlink>
      <a:folHlink>
        <a:srgbClr val="BFBFBF"/>
      </a:folHlink>
    </a:clrScheme>
    <a:fontScheme name="qx1buh3r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a:spPr>
      <a:bodyPr rtlCol="0" anchor="ctr"/>
      <a:lstStyle>
        <a:defPPr algn="ctr">
          <a:defRPr>
            <a:solidFill>
              <a:srgbClr val="75592A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305">
      <a:dk1>
        <a:srgbClr val="000000"/>
      </a:dk1>
      <a:lt1>
        <a:srgbClr val="FFFFFF"/>
      </a:lt1>
      <a:dk2>
        <a:srgbClr val="3F3F3F"/>
      </a:dk2>
      <a:lt2>
        <a:srgbClr val="CDF9FE"/>
      </a:lt2>
      <a:accent1>
        <a:srgbClr val="00BED6"/>
      </a:accent1>
      <a:accent2>
        <a:srgbClr val="08E3FF"/>
      </a:accent2>
      <a:accent3>
        <a:srgbClr val="00B0F0"/>
      </a:accent3>
      <a:accent4>
        <a:srgbClr val="FCB84A"/>
      </a:accent4>
      <a:accent5>
        <a:srgbClr val="92D050"/>
      </a:accent5>
      <a:accent6>
        <a:srgbClr val="00B050"/>
      </a:accent6>
      <a:hlink>
        <a:srgbClr val="FCB84A"/>
      </a:hlink>
      <a:folHlink>
        <a:srgbClr val="08E3FF"/>
      </a:folHlink>
    </a:clrScheme>
    <a:fontScheme name="自定义 8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87">
    <a:dk1>
      <a:srgbClr val="393939"/>
    </a:dk1>
    <a:lt1>
      <a:srgbClr val="FFFFFF"/>
    </a:lt1>
    <a:dk2>
      <a:srgbClr val="1174E0"/>
    </a:dk2>
    <a:lt2>
      <a:srgbClr val="F0F0F0"/>
    </a:lt2>
    <a:accent1>
      <a:srgbClr val="AFE9FC"/>
    </a:accent1>
    <a:accent2>
      <a:srgbClr val="1174E0"/>
    </a:accent2>
    <a:accent3>
      <a:srgbClr val="AFE9FC"/>
    </a:accent3>
    <a:accent4>
      <a:srgbClr val="1174E0"/>
    </a:accent4>
    <a:accent5>
      <a:srgbClr val="AFE9FC"/>
    </a:accent5>
    <a:accent6>
      <a:srgbClr val="1174E0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87">
    <a:dk1>
      <a:srgbClr val="393939"/>
    </a:dk1>
    <a:lt1>
      <a:srgbClr val="FFFFFF"/>
    </a:lt1>
    <a:dk2>
      <a:srgbClr val="1174E0"/>
    </a:dk2>
    <a:lt2>
      <a:srgbClr val="F0F0F0"/>
    </a:lt2>
    <a:accent1>
      <a:srgbClr val="AFE9FC"/>
    </a:accent1>
    <a:accent2>
      <a:srgbClr val="1174E0"/>
    </a:accent2>
    <a:accent3>
      <a:srgbClr val="AFE9FC"/>
    </a:accent3>
    <a:accent4>
      <a:srgbClr val="1174E0"/>
    </a:accent4>
    <a:accent5>
      <a:srgbClr val="AFE9FC"/>
    </a:accent5>
    <a:accent6>
      <a:srgbClr val="1174E0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自定义 87">
    <a:dk1>
      <a:srgbClr val="393939"/>
    </a:dk1>
    <a:lt1>
      <a:srgbClr val="FFFFFF"/>
    </a:lt1>
    <a:dk2>
      <a:srgbClr val="1174E0"/>
    </a:dk2>
    <a:lt2>
      <a:srgbClr val="F0F0F0"/>
    </a:lt2>
    <a:accent1>
      <a:srgbClr val="AFE9FC"/>
    </a:accent1>
    <a:accent2>
      <a:srgbClr val="1174E0"/>
    </a:accent2>
    <a:accent3>
      <a:srgbClr val="AFE9FC"/>
    </a:accent3>
    <a:accent4>
      <a:srgbClr val="1174E0"/>
    </a:accent4>
    <a:accent5>
      <a:srgbClr val="AFE9FC"/>
    </a:accent5>
    <a:accent6>
      <a:srgbClr val="1174E0"/>
    </a:accent6>
    <a:hlink>
      <a:srgbClr val="4472C4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自定义 87">
    <a:dk1>
      <a:srgbClr val="393939"/>
    </a:dk1>
    <a:lt1>
      <a:srgbClr val="FFFFFF"/>
    </a:lt1>
    <a:dk2>
      <a:srgbClr val="1174E0"/>
    </a:dk2>
    <a:lt2>
      <a:srgbClr val="F0F0F0"/>
    </a:lt2>
    <a:accent1>
      <a:srgbClr val="AFE9FC"/>
    </a:accent1>
    <a:accent2>
      <a:srgbClr val="1174E0"/>
    </a:accent2>
    <a:accent3>
      <a:srgbClr val="AFE9FC"/>
    </a:accent3>
    <a:accent4>
      <a:srgbClr val="1174E0"/>
    </a:accent4>
    <a:accent5>
      <a:srgbClr val="AFE9FC"/>
    </a:accent5>
    <a:accent6>
      <a:srgbClr val="1174E0"/>
    </a:accent6>
    <a:hlink>
      <a:srgbClr val="4472C4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自定义 87">
    <a:dk1>
      <a:srgbClr val="393939"/>
    </a:dk1>
    <a:lt1>
      <a:srgbClr val="FFFFFF"/>
    </a:lt1>
    <a:dk2>
      <a:srgbClr val="1174E0"/>
    </a:dk2>
    <a:lt2>
      <a:srgbClr val="F0F0F0"/>
    </a:lt2>
    <a:accent1>
      <a:srgbClr val="AFE9FC"/>
    </a:accent1>
    <a:accent2>
      <a:srgbClr val="1174E0"/>
    </a:accent2>
    <a:accent3>
      <a:srgbClr val="AFE9FC"/>
    </a:accent3>
    <a:accent4>
      <a:srgbClr val="1174E0"/>
    </a:accent4>
    <a:accent5>
      <a:srgbClr val="AFE9FC"/>
    </a:accent5>
    <a:accent6>
      <a:srgbClr val="1174E0"/>
    </a:accent6>
    <a:hlink>
      <a:srgbClr val="4472C4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自定义 87">
    <a:dk1>
      <a:srgbClr val="393939"/>
    </a:dk1>
    <a:lt1>
      <a:srgbClr val="FFFFFF"/>
    </a:lt1>
    <a:dk2>
      <a:srgbClr val="1174E0"/>
    </a:dk2>
    <a:lt2>
      <a:srgbClr val="F0F0F0"/>
    </a:lt2>
    <a:accent1>
      <a:srgbClr val="AFE9FC"/>
    </a:accent1>
    <a:accent2>
      <a:srgbClr val="1174E0"/>
    </a:accent2>
    <a:accent3>
      <a:srgbClr val="AFE9FC"/>
    </a:accent3>
    <a:accent4>
      <a:srgbClr val="1174E0"/>
    </a:accent4>
    <a:accent5>
      <a:srgbClr val="AFE9FC"/>
    </a:accent5>
    <a:accent6>
      <a:srgbClr val="1174E0"/>
    </a:accent6>
    <a:hlink>
      <a:srgbClr val="4472C4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自定义 87">
    <a:dk1>
      <a:srgbClr val="393939"/>
    </a:dk1>
    <a:lt1>
      <a:srgbClr val="FFFFFF"/>
    </a:lt1>
    <a:dk2>
      <a:srgbClr val="1174E0"/>
    </a:dk2>
    <a:lt2>
      <a:srgbClr val="F0F0F0"/>
    </a:lt2>
    <a:accent1>
      <a:srgbClr val="AFE9FC"/>
    </a:accent1>
    <a:accent2>
      <a:srgbClr val="1174E0"/>
    </a:accent2>
    <a:accent3>
      <a:srgbClr val="AFE9FC"/>
    </a:accent3>
    <a:accent4>
      <a:srgbClr val="1174E0"/>
    </a:accent4>
    <a:accent5>
      <a:srgbClr val="AFE9FC"/>
    </a:accent5>
    <a:accent6>
      <a:srgbClr val="1174E0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WPS 演示</Application>
  <PresentationFormat>自定义</PresentationFormat>
  <Paragraphs>100</Paragraphs>
  <Slides>11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微软雅黑 Light</vt:lpstr>
      <vt:lpstr>华文细黑</vt:lpstr>
      <vt:lpstr>Aharoni</vt:lpstr>
      <vt:lpstr>禹卫书法行书简体</vt:lpstr>
      <vt:lpstr>禹卫书法行书简体
</vt:lpstr>
      <vt:lpstr>方正清刻本悦宋简体</vt:lpstr>
      <vt:lpstr>经典行书简</vt:lpstr>
      <vt:lpstr>少年的你如此美丽</vt:lpstr>
      <vt:lpstr>方正告白情书_YS</vt:lpstr>
      <vt:lpstr>Yu Mincho Demibold</vt:lpstr>
      <vt:lpstr>【惠子】汉仪全唐诗</vt:lpstr>
      <vt:lpstr>Wide Latin</vt:lpstr>
      <vt:lpstr>庞门正道粗书体</vt:lpstr>
      <vt:lpstr>Berlin Sans FB</vt:lpstr>
      <vt:lpstr>汉仪中圆简</vt:lpstr>
      <vt:lpstr>Arial Unicode MS</vt:lpstr>
      <vt:lpstr>Calibri</vt:lpstr>
      <vt:lpstr>Yu Gothic UI Semibold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游戏类的设计</vt:lpstr>
      <vt:lpstr>PowerPoint 演示文稿</vt:lpstr>
      <vt:lpstr>PowerPoint 演示文稿</vt:lpstr>
      <vt:lpstr>PowerPoint 演示文稿</vt:lpstr>
      <vt:lpstr>类的关系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15710668700</cp:lastModifiedBy>
  <cp:revision>3187</cp:revision>
  <dcterms:created xsi:type="dcterms:W3CDTF">2017-02-16T02:06:00Z</dcterms:created>
  <dcterms:modified xsi:type="dcterms:W3CDTF">2025-07-01T11:28:06Z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KSOTemplateUUID">
    <vt:lpwstr>v1.0_mb_s1YP58NnKxreTmH4spM5SA==</vt:lpwstr>
  </property>
  <property fmtid="{D5CDD505-2E9C-101B-9397-08002B2CF9AE}" pid="4" name="ICV">
    <vt:lpwstr>0D01BF237CC54E4FBF57C15E7A55CC50_11</vt:lpwstr>
  </property>
</Properties>
</file>