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3" r:id="rId3"/>
    <p:sldId id="337" r:id="rId4"/>
    <p:sldId id="315" r:id="rId5"/>
    <p:sldId id="338" r:id="rId6"/>
    <p:sldId id="339" r:id="rId7"/>
    <p:sldId id="340" r:id="rId8"/>
    <p:sldId id="341" r:id="rId9"/>
    <p:sldId id="347" r:id="rId10"/>
    <p:sldId id="342" r:id="rId11"/>
    <p:sldId id="344" r:id="rId12"/>
    <p:sldId id="345" r:id="rId13"/>
    <p:sldId id="34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28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9B185-86E4-4814-8B97-8FF3C8CEEF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EFF6E-D3E3-4521-82C5-47AD7F08933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994" y="406110"/>
            <a:ext cx="11788927" cy="59427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14" y="162358"/>
            <a:ext cx="11809912" cy="6041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220" y="106939"/>
            <a:ext cx="11137405" cy="6564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12" y="908771"/>
            <a:ext cx="11698589" cy="1844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" y="124690"/>
            <a:ext cx="11573960" cy="65358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15" y="1010082"/>
            <a:ext cx="11746751" cy="3561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62" y="354157"/>
            <a:ext cx="11585094" cy="41139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531" y="981940"/>
            <a:ext cx="11783095" cy="17196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100" y="855951"/>
            <a:ext cx="11890600" cy="3352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6707"/>
            <a:ext cx="12070684" cy="14949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89238"/>
            <a:ext cx="12118375" cy="19110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305"/>
            <a:ext cx="12136022" cy="2661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15710668700</cp:lastModifiedBy>
  <cp:revision>29</cp:revision>
  <dcterms:created xsi:type="dcterms:W3CDTF">2022-12-15T01:16:00Z</dcterms:created>
  <dcterms:modified xsi:type="dcterms:W3CDTF">2026-01-04T04:52:36Z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9E5210A067FD4A5DB0F01E1D20E2C0C7_12</vt:lpwstr>
  </property>
  <property fmtid="{D5CDD505-2E9C-101B-9397-08002B2CF9AE}" pid="3" name="KSOProductBuildVer">
    <vt:lpwstr>2052-12.1.0.24034</vt:lpwstr>
  </property>
</Properties>
</file>