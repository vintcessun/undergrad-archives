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256" r:id="rId4"/>
    <p:sldId id="257" r:id="rId5"/>
    <p:sldId id="258" r:id="rId6"/>
    <p:sldId id="281" r:id="rId8"/>
    <p:sldId id="282" r:id="rId9"/>
    <p:sldId id="259" r:id="rId10"/>
    <p:sldId id="260" r:id="rId11"/>
    <p:sldId id="261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588" autoAdjust="0"/>
  </p:normalViewPr>
  <p:slideViewPr>
    <p:cSldViewPr snapToGrid="0">
      <p:cViewPr>
        <p:scale>
          <a:sx n="50" d="100"/>
          <a:sy n="50" d="100"/>
        </p:scale>
        <p:origin x="17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455.000 710.000,'0.000'0.037,"0.000"0.058,0.000 0.067,0.000 0.068,0.000 0.063,0.000 0.056,0.000 0.063,0.000 0.018,0.000 0.003,0.000 0.132,0.000 0.168,-0.089 0.880,-0.046 0.312,-0.074 0.097,-0.040 0.062,-0.041 0.028,-0.027 0.063,-0.011 0.201,0.022-0.051,0.034-0.161,-0.047 0.277,0.006 0.083,0.249-2.014,-0.219 1.600,-0.004 0.002,-0.030 0.116,-0.005-0.109,-0.004-0.137,-0.140 0.365,-0.060-0.097,0.316-1.373,-0.374 1.299,0.006-0.131,-0.002 0.055,0.086-0.233,0.154-0.455,0.064-0.133,0.031 0.010,0.073-0.263,0.060-0.253,0.046-0.226,0.034-0.189,0.024-0.151,0.015-0.115,0.009-0.083,0.004-0.056,0.001-0.035,-0.001-0.019,-0.002-0.008,-0.003 0.000,-0.003 0.005,-0.003 0.007,-0.002 0.008,-0.002 0.008,-0.001 0.007,0.036-0.059,0.057-0.105,-0.040 0.124,0.108-0.193,0.031-0.057,0.013-0.039,1.041-2.246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458.000 704.000,'0.034'0.000,"0.054"0.000,0.064 0.000,0.065 0.000,0.062 0.000,0.056 0.000,0.124 0.000,0.063 0.000,0.026 0.000,0.032 0.016,0.089 0.026,0.048 0.032,0.252 0.067,0.149 0.041,0.069 0.021,0.691 0.132,0.151 0.028,-0.097 0.076,-0.014 0.050,0.145 0.094,0.004 0.059,-0.254-0.046,-0.032 0.013,-0.044-0.019,-0.098-0.041,-0.131-0.055,0.202 0.141,-0.320-0.056,-0.313-0.074,-0.283-0.079,-0.241-0.076,-0.195-0.067,-0.150-0.057,-0.110-0.045,-0.076-0.035,-0.049-0.025,-0.069 0.146,-0.046 0.119,-0.024 0.079,-0.219 0.294,-0.132 0.123,-0.037 0.037,-0.089 0.124,-0.049 0.055,-0.049 0.050,-0.047 0.045,-0.044 0.038,-0.157 0.111,-0.183 0.110,-0.670 0.696,-0.064-0.055,-0.181-0.041,0.032-0.208,0.503-0.538,0.008-0.063,-0.031-0.104,0.036-0.127,0.083-0.138,1.091-0.663,-1.768 0.679,0.070-0.238,0.092-0.202,0.187-0.162,0.615-0.143,0.131-0.053,0.126-0.042,-0.057-0.038,0.144-0.033,0.117-0.023,0.199-0.005,0.180 0.004,0.153 0.010,0.123 0.012,0.094 0.013,0.068 0.012,0.046 0.010,0.029 0.008,0.016 0.006,0.007 0.005,0.000 0.003,-0.003 0.002,-0.005 0.001,-0.006 0.001,-0.006 0.000,-0.005-0.000,-0.005-0.000,-0.004-0.000,-0.003-0.000,-0.002-0.000,-0.001-0.000,-0.001-0.000,-0.000-0.000,-0.000-0.000,0.000-0.000,0.000-0.000,0.000-0.000,0.000 0.000,0.000 0.000,0.065-0.011,0.091-0.002,0.112-0.003,0.075-0.003,0.045-0.003,0.406-0.001,0.137-0.003,-0.011-0.003,0.113-0.002,0.040-0.001,0.182-0.001,0.086-0.001,0.298 0.055,0.037 0.035,-0.058 0.019,-1.375-0.083,1.983 0.292,0.078 0.135,-0.422 0.006,-0.029 0.063,-0.100 0.036,0.338 0.249,-0.147 0.121,-0.488-0.117,-0.076 0.026,-0.080-0.005,-0.032 0.122,-0.090 0.065,-0.104-0.001,-0.109-0.049,-0.059 0.115,-0.165-0.018,-0.164-0.053,-0.017 0.217,-0.137-0.015,-0.131 0.011,-0.118-0.046,-0.132-0.248,-0.056-0.037,-0.047-0.053,-0.082-0.635,-0.006 1.048,-0.115-0.048,-0.150-0.092,-0.158-0.111,-0.159-0.110,-0.158-0.041,-0.004-0.110,-0.095 0.032,-0.170-0.014,-0.122-0.046,-0.144-0.019,-0.059-0.047,0.004-0.064,-0.484 0.032,-0.152-0.119,0.309-0.109,-0.043-0.009,-0.014-0.009,1.273-0.281,-1.187 0.209,-0.058-0.026,-0.381 0.001,-0.029-0.040,-0.509-0.003,0.160-0.057,0.193-0.055,0.143-0.036,0.207-0.029,0.125-0.023,0.259-0.019,0.162-0.015,0.285-0.010,0.244-0.005,0.197-0.001,0.015 0.002,-0.019 0.002,0.019-0.012,-0.078-0.025,-0.055-0.031,-0.461-0.065,-0.185-0.008,0.225-0.017,-0.001-0.025,0.045-0.006,-0.158-0.022,0.064 0.022,0.093 0.029,0.104 0.031,-1.998-0.135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1245.000 706.000,'-0.084'0.056,"-0.128"0.086,-0.145 0.097,-0.065 0.086,-0.046 0.078,-0.000 0.047,-0.005 0.095,-0.029 0.103,0.003 0.059,-0.090 0.487,0.017 0.228,0.442-1.095,-0.488 1.216,-0.038 0.122,-0.269 0.577,-0.036-0.062,-0.261 0.466,-0.035-0.041,0.042-0.130,0.043-0.089,0.114-0.208,0.079-0.097,0.010 0.017,0.065 0.031,0.012 0.111,-0.052 0.266,0.031 0.027,0.035-0.011,-0.260 0.597,0.004-0.059,0.694-1.854,-0.701 2.025,0.058-0.062,-0.190 0.521,0.020-0.205,1.029-2.850,-0.821 2.497,0.088-0.255,0.013-0.077,0.105-0.470,-1.337 2.511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1243.000 705.000,'0.047'0.000,"0.078"0.000,0.097 0.000,0.074 0.000,0.055 0.000,0.038 0.000,0.024 0.016,0.014 0.026,0.005 0.032,0.238 0.048,0.102 0.040,0.027 0.037,0.408 0.124,0.118 0.036,0.002-0.004,0.003 0.037,0.175 0.090,0.101 0.072,0.691 0.362,0.016 0.113,-1.854-0.823,1.555 0.800,-0.094 0.042,-0.171-0.011,0.057 0.258,-0.269 0.004,-0.191 0.062,-0.328-0.118,-0.258-0.153,-0.162-0.069,-0.074-0.021,-0.086-0.063,-0.087-0.085,-0.064-0.012,-0.085-0.089,-0.053-0.188,0.010-0.038,0.014 0.025,-0.015-0.025,-0.021-0.018,-0.024-0.012,-0.071-0.292,0.039 0.351,-0.021 0.026,-0.016 0.102,-0.016 0.010,-0.012-0.029,-0.009-0.052,-0.041-0.168,-0.064 0.047,-0.182 0.156,-0.122 0.046,-0.083 0.016,-0.107-0.022,-0.072-0.048,0.268-0.335,-0.778 0.351,-0.151-0.058,-0.122-0.062,-0.140-0.007,-0.040-0.014,-0.737 0.149,-0.074-0.036,0.305-0.122,-0.061-0.022,0.029-0.038,-0.792 0.183,-0.016 0.000,0.016 0.068,0.026 0.049,0.163 0.007,-0.128 0.151,0.074 0.069,0.145 0.083,0.253 0.013,0.172 0.021,0.453-0.148,0.436-0.173,0.387-0.173,0.323-0.157,0.255-0.134,0.192-0.108,0.136-0.082,0.091-0.060,0.055-0.041,0.029-0.026,0.010-0.014,-0.002-0.006,-0.009-0.001,-0.013 0.003,-0.014 0.005,-0.013 0.005,-0.011 0.005,-0.010 0.005,-0.007 0.004,-0.006 0.003,-0.004 0.002,-0.003 0.002,-0.002 0.001,-0.001 0.001,-0.000 0.000,0.000 0.000,0.000 0.000,0.000-0.000,0.000-0.000,0.000-0.000,0.000-0.000,0.000-0.000,0.000-0.000,0.000-0.000,0.000-0.000,0.000-0.000,0.000-0.000,0.000 0.000,0.000-0.000,0.217 0.110,0.122 0.099,-0.048-0.067,0.095 0.010,0.537 0.205,0.191 0.093,0.068 0.057,0.102 0.041,0.148 0.055,0.643 0.241,0.097-0.004,0.322 0.273,-0.118 0.015,-0.465-0.167,-0.077 0.015,-0.156-0.025,0.325 0.311,-0.072 0.049,-1.193-0.785,0.990 0.941,-0.229 0.027,-0.327-0.095,-0.227-0.065,-0.213-0.108,-0.248-0.238,-0.124-0.044,-0.069 0.227,-0.130-0.055,-0.098-0.108,-0.055-0.009,-0.040-0.043,-0.023-0.128,-0.015-0.062,-0.009-0.065,-0.093 0.236,-0.040 0.007,-0.018-0.168,-0.030-0.006,-0.010-0.025,-0.238 0.177,-0.115-0.074,-0.140-0.036,-0.072-0.083,-0.213-0.013,-0.133-0.023,-0.036-0.060,-0.245-0.010,-0.144-0.045,-0.234 0.002,-0.053-0.041,-0.081-0.066,0.055-0.077,0.286-0.130,-0.006-0.049,0.056-0.045,0.003-0.040,0.060-0.035,0.097-0.030,-0.803 0.069,-0.062 0.014,-0.192-0.005,0.013-0.016,-0.176-0.022,-0.007-0.023,-0.082 0.023,0.147 0.049,0.310-0.002,0.178-0.003,-4.429 0.413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1244.000 990.000,'0.011'0.032,"0.017"0.051,0.020 0.061,0.021 0.063,0.020 0.061,0.018 0.055,0.014 0.152,-0.005 0.084,-0.012 0.123,-0.015 0.065,0.019-0.087,0.021 0.037,0.083 0.274,0.054 0.029,-0.044-0.023,-0.004 0.103,-0.165-0.803,0.123 0.803,-0.015 0.079,0.001 0.329,-0.023 0.094,0.009 0.890,-0.040 0.003,-0.074-1.569,-0.005 1.075,-0.054 0.168,-0.037 0.230,-0.024 0.075,-0.060 0.126,-0.036 0.016,0.036-0.619,-0.004-0.016,0.050-0.671,-0.092 1.197,0.013-0.161,-0.000-0.336,-0.010-0.088,0.080-0.848,-0.114 0.687,-0.017-0.123,-0.110 0.609,-0.016-0.109,-0.020-0.189,0.087-0.531,0.021-0.146,0.028-0.139,0.032-0.128,-0.016 0.069,0.046-0.232,0.039-0.211,0.031-0.181,0.024-0.148,0.018-0.115,0.012-0.085,0.008-0.060,0.005-0.039,0.002-0.023,0.000-0.011,-0.001-0.003,-0.001 0.002,-0.002 0.005,-0.002 0.007,-0.001 0.008,-0.001 0.007,-0.034 0.008,-0.064 0.004,-0.075 0.004,-0.051 0.021,-0.068 0.032,-0.064 0.038,-0.129 0.026,-0.074 0.009,0.058 0.002,0.019 0.021,0.039 0.024,-0.090 0.075,0.096-0.011,0.094-0.026,0.085-0.034,0.072-0.035,0.057-0.033,0.044-0.029,0.032-0.024,0.022-0.019,0.014-0.014,0.007-0.010,0.003-0.007,0.009-0.051,0.009-0.076,0.009-0.085,0.009-0.084,0.008-0.077,0.007-0.187,0.005-0.124,0.004 0.047,0.002-0.057,0.075-0.296,0.043-0.042,0.710-3.354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1254.000 995.000,'0.074'0.000,"0.115"0.000,0.134 0.000,0.046 0.000,0.085 0.000,0.110 0.000,0.075 0.000,-0.080 0.000,0.061 0.000,0.332 0.000,0.069 0.000,-0.753 0.000,0.810 0.000,0.086 0.000,-0.110 0.000,0.029 0.000,0.469 0.000,0.027 0.000,0.016 0.000,-0.040 0.000,-0.078 0.000,-0.102 0.000,0.231 0.009,-0.291 0.013,-0.290 0.015,-0.265 0.014,-0.227 0.013,-0.184 0.011,-0.142 0.009,-0.104 0.007,-0.072 0.005,-0.047 0.003,-0.021 0.036,-0.012 0.067,-0.004 0.077,0.005 0.177,0.004 0.144,0.006 0.100,0.005 0.222,0.007 0.189,0.007-0.660,-0.126 0.971,-0.085 0.158,-0.072-0.255,-0.164 0.052,-0.412 0.447,-0.124 0.005,0.281-0.752,-0.089-0.045,-0.860 0.588,-0.117-0.183,0.618-0.628,-0.060-0.064,-1.266 0.450,-0.137-0.117,0.430-0.267,0.011-0.075,-0.282-0.020,0.053-0.118,0.612-0.185,0.084-0.036,-0.669 0.153,0.185-0.044,0.178-0.041,0.377-0.082,0.376-0.081,0.345-0.074,0.296-0.063,0.242-0.051,0.188-0.039,0.139-0.029,0.097-0.020,0.063-0.013,0.037-0.007,0.018-0.003,0.004-0.001,-0.004 0.001,-0.009 0.002,0.013 0.004,0.053 0.002,0.065 0.002,0.047 0.002,0.033 0.001,0.021 0.001,0.199 0.001,0.106 0.001,-0.534 0.001,0.436-0.000,0.065 0.000,-0.254 0.000,0.460 0.000,0.037 0.000,0.307 0.000,0.004 0.000,-0.128-0.000,0.052 0.000,0.657 0.000,0.075-0.000,-0.450-0.000,-0.004 0.000,0.097 0.023,0.022 0.039,-0.748-0.025,0.609 0.061,0.012 0.039,0.584 0.109,-0.078 0.014,-0.382-0.012,-0.050 0.017,-0.424-0.053,-0.074 0.018,-0.334-0.073,0.720 0.202,-0.095-0.017,-0.226-0.040,-0.086 0.008,0.014 0.027,-0.098-0.028,-0.164 0.030,-0.058 0.030,-0.024 0.075,-0.046 0.056,0.085 0.143,0.001 0.016,-0.017 0.015,-0.068-0.028,-0.081-0.039,-0.133-0.170,-0.021-0.011,0.010 0.100,-0.042 0.027,-0.044 0.017,-0.043 0.009,-0.011 0.222,-0.056 0.027,-0.082-0.099,-0.064 0.013,-0.046 0.045,-0.030 0.019,-0.112 0.046,-0.071 0.016,-0.141 0.101,-0.049-0.033,-0.002-0.048,-0.016 0.022,-0.284 0.184,-0.088-0.108,-0.068-0.068,-0.050-0.038,-0.097-0.145,-0.112-0.068,-0.051-0.071,-0.006-0.068,-0.125-0.037,0.033-0.098,0.174-0.137,-0.033-0.054,0.117-0.062,-0.002-0.032,0.455-0.056,-0.695 0.019,-0.025-0.028,0.250-0.050,-0.062-0.030,0.359 0.002,-0.880-0.067,-0.018-0.019,-0.052-0.055,0.021-0.031,0.414 0.045,0.011-0.001,-0.422-0.048,0.060 0.014,-0.083 0.000,0.156 0.028,0.050 0.029,0.094 0.028,0.528 0.048,0.052 0.010,-0.240-0.000,0.057 0.015,-0.227 0.009,0.208 0.017,0.214 0.011,0.199 0.007,0.172 0.004,0.140 0.001,0.109-0.000,0.080-0.001,0.055-0.001,0.035-0.002,0.020-0.002,0.009-0.001,0.002-0.001,-0.003-0.001,-0.005-0.001,-0.006-0.000,-0.006-0.000,-0.006-0.000,-0.005 0.000,-0.133-0.001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463.000 986.000,'0.000'0.024,"0.000"0.037,0.000 0.042,0.000 0.042,0.000 0.039,0.000 0.033,0.000 0.028,0.000 0.022,0.000 0.016,0.000 0.012,0.000-0.172,0.000 0.165,0.000 0.032,0.000 0.024,0.055 0.158,0.035 0.080,0.019 0.041,-0.057-0.325,0.082 0.665,-0.007 0.106,-0.014 0.259,-0.017 0.117,-0.018 0.018,-0.005-0.175,0.018 0.035,0.026 0.043,0.001 0.068,0.001 0.079,0.022 0.502,-0.015 0.078,-0.019 0.043,-0.020 0.018,-0.015 0.171,-0.021-0.189,-0.118-0.484,-0.070 0.016,-0.044 0.137,-0.023 0.028,-0.007-0.051,-0.018 0.045,-0.026 0.017,-0.029 0.139,0.010-0.101,0.022-0.155,0.000 0.033,0.043-0.241,0.060-0.384,0.030-0.169,0.027-0.151,0.014 1.079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466.000 990.000,'0.041'-0.014,"0.065"-0.022,0.076-0.025,0.078-0.026,0.074-0.025,-0.014-0.035,0.038-0.031,0.204-0.139,0.056-0.038,0.015 0.002,-0.063 0.057,-0.004 0.032,-0.298 0.141,0.579-0.196,0.089 0.014,-0.116 0.064,-0.021 0.029,-0.040 0.032,0.044 0.027,-0.008 0.032,-0.023 0.029,-0.032 0.025,0.185 0.018,0.035 0.020,-0.012 0.015,-0.040 0.010,0.091 0.007,0.022 0.004,-0.133-0.001,0.024 0.000,-0.010-0.000,0.318 0.000,0.156-0.001,0.023-0.002,0.075-0.001,-0.000-0.001,0.443 0.073,-0.056 0.041,0.155 0.166,-0.198 0.112,-0.441-0.030,-0.202-0.008,-0.194-0.029,-0.176-0.041,0.122 0.340,-0.040 0.122,-0.296-0.107,-0.067 0.086,0.053 0.308,-0.059 0.079,-0.073 0.002,-0.056 0.036,-0.085-0.076,-0.062 0.175,-0.077-0.026,-0.112-0.786,-0.026 0.428,-0.056-0.027,-0.196-0.043,-0.144-0.053,-0.101-0.057,-0.527 0.169,-0.225-0.029,-0.238-0.079,-0.081-0.106,-0.417 0.032,-0.307 0.044,0.199-0.160,-0.131-0.038,-0.500 0.030,-0.051-0.027,0.243-0.098,0.050-0.048,0.034-0.005,0.115-0.021,0.143-0.008,0.204 0.001,0.167-0.015,0.180-0.027,-0.217 0.050,0.388-0.069,0.359-0.067,0.309-0.060,0.252-0.050,0.195-0.040,0.143-0.030,0.099-0.022,0.064-0.015,0.037-0.009,0.017-0.005,0.004-0.002,-0.005 0.000,-0.009 0.001,-0.011 0.002,-0.012 0.002,-0.011 0.002,-0.009 0.002,-0.008 0.002,-0.006 0.001,-0.004 0.001,-0.003 0.001,-0.002 0.000,-0.082 0.176,-0.040 0.098,-0.010 0.042,0.009 0.004,0.020-0.019,0.025-0.032,0.026-0.037,0.024-0.037,0.021-0.034,0.017-0.029,0.014-0.024,0.010-0.018,0.007-0.014,0.005-0.009,0.003-0.006,0.001-0.004,0.043-0.013,0.068-0.006,0.081-0.007,0.127-0.006,0.149-0.006,0.154-0.005,-0.483-0.011,0.924 0.006,0.313-0.003,0.218-0.002,0.142-0.002,-0.042-0.001,0.043-0.001,-0.036-0.000,0.796-0.001,-0.039-0.000,-0.690 0.001,-0.081 0.000,-0.122 0.000,0.178 0.074,-0.229 0.042,-0.219 0.023,-0.255 0.002,-0.231-0.010,-0.198-0.016,-0.161-0.019,-0.126-0.019,-0.094-0.018,-0.006 0.020,0.057 0.045,0.163 0.130,0.145 0.102,-0.337-0.195,0.688 0.426,0.193 0.081,-0.446-0.280,0.050 0.008,-0.215-0.122,0.352 0.175,0.059 0.018,0.421 0.206,0.037 0.004,0.031-0.005,-0.021-0.012,0.462 0.184,-0.206-0.103,-0.272-0.117,-0.288-0.115,-0.272-0.104,-0.238-0.088,-0.197-0.070,-0.154-0.053,-0.115-0.013,-0.075 0.023,-0.051 0.038,-0.031 0.045,-0.010-0.007,-0.006 0.020,-0.001 0.015,0.009 0.018,0.003 0.053,-0.077 0.164,-0.108 0.039,-0.037-0.106,-0.045 0.009,-0.136 0.054,-0.100 0.036,-0.210 0.093,-0.138 0.034,-0.127 0.062,-0.066 0.031,-0.522 0.286,-0.080 0.011,0.673-0.453,0.027-0.014,0.337-0.223,-0.880 0.493,0.013-0.066,0.152-0.144,0.053-0.046,-0.019-0.016,0.026-0.041,0.033-0.033,0.036-0.026,0.302-0.157,-0.007-0.029,-0.573 0.100,-0.011-0.075,0.353-0.108,0.053-0.011,-0.173 0.013,0.028-0.028,-0.039-0.031,0.010-0.032,0.347-0.047,0.031 0.007,-0.729 0.116,0.120-0.018,0.407-0.079,0.023-0.019,-0.050-0.020,-0.005-0.019,-0.068-0.018,-0.015-0.016,-0.242-0.011,-0.002-0.015,0.114-0.013,0.005-0.008,0.044-0.006,0.069-0.005,-0.346-0.010,0.217-0.009,0.257-0.008,0.259-0.006,0.236-0.005,0.202-0.004,0.163-0.002,0.125-0.002,0.091-0.001,0.062-0.000,0.039 0.000,0.022 0.000,0.010 0.000,0.001 0.000,-0.004 0.000,-0.007 0.000,-0.008 0.000,-0.008 0.000,-0.007 0.000,-0.006 0.000,-0.005 0.000,-0.004 0.000,0.005-0.024,0.021-0.048,0.025-0.057,0.026-0.059,0.001-0.038,-0.002-0.048,0.408-1.644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880.000 1332.000,'0.000'0.037,"0.000"0.060,0.000 0.072,0.000 0.075,0.000 0.072,0.000 0.117,0.000 0.033,0.000 0.009,0.110 0.345,0.099 0.216,0.343 0.835,0.179 0.434,0.081-0.086,0.124 0.186,-0.433-1.151,0.901 2.104,-0.009-0.068,0.320 0.384,0.001-0.250,0.070 0.034,-0.072-0.243,-0.171-0.430,-0.050-0.146,-0.295-0.642,-0.054-0.151,0.002-0.124,-0.053-0.146,0.116 0.051,-0.032-0.127,-0.068-0.152,0.124 0.119,-0.215-0.234,-0.128-0.062,-0.088-0.017,-0.476-0.709,0.529 0.702,-0.001-0.064,0.143 0.452,-0.010 0.115,-0.178-0.287,0.027 0.068,-0.020-0.004,0.474 0.983,0.075 0.278,-0.040-0.046,-0.044-0.031,-0.754-1.542,0.838 1.733,-0.072-0.051,0.080-0.051,-0.050-0.195,-0.035-0.154,-0.193-0.425,-0.205-0.426,-0.195-0.390,-0.172-0.334,-0.143-0.271,-0.113-0.209,-0.085-0.154,-0.061-0.106,-0.040-0.068,-0.025-0.039,-0.013-0.018,-0.013-0.365,-0.009-0.278,-0.009-4.521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924.000 1339.000,'-0.056'0.000,"-0.084"0.000,-0.094 0.000,-0.092 0.000,-0.082 0.000,-0.069 0.000,-0.055 0.000,-0.041 0.000,-0.197 0.089,-0.095 0.046,-0.047 0.012,-0.060 0.034,0.023 0.032,0.726-0.152,-1.005 0.427,-0.180 0.175,1.047-0.491,-1.906 1.066,-0.163 0.189,1.423-0.830,-1.735 1.175,0.022 0.085,2.183-1.486,-2.076 1.568,-0.003 0.126,0.256-0.102,0.071 0.014,0.143-0.068,-0.823 0.945,0.031 0.196,0.058 0.074,0.078 0.032,0.568-0.657,0.095-0.120,0.153-0.182,-0.809 0.962,0.211-0.153,0.801-0.948,0.152-0.172,0.185-0.196,-0.123 0.117,0.269-0.292,-1.429 1.841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325.000 1328.000,'0.045'0.011,"0.067"0.017,0.075 0.019,0.073 0.018,0.066 0.016,0.055 0.014,0.044 0.011,0.033 0.008,0.113 0.307,0.062 0.192,0.479 0.253,0.298 0.171,0.104-0.045,0.250 0.069,1.142 0.669,0.271 0.168,0.197-0.032,-0.085-0.158,-0.301-0.175,-0.070-0.035,0.161 0.100,-0.294-0.160,-0.357-0.134,-0.370-0.182,-0.645-0.352,-0.217-0.127,-0.195-0.121,-0.548-0.277,0.290 0.179,-0.137-0.067,-0.110-0.064,0.075 0.164,-0.037 0.061,0.011 0.259,-0.033 0.145,-0.000 0.110,0.011 0.069,-0.005-0.003,0.106 0.069,0.035-0.092,0.023-0.066,-0.090-0.189,-0.113-0.186,-0.118-0.169,-0.110-0.143,-0.095-0.115,-0.078-0.088,-0.061-0.064,-0.045-0.044,-0.032-0.027,-0.021-0.015,-0.012-0.006,-0.006-0.001,0.007-0.052,0.011-0.081,0.013-0.091,-0.032-0.178,-0.054-0.108,0.095 0.324,-0.775-4.172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366.000 1318.000,'-0.221'0.147,"-0.346"0.231,-0.290 0.341,-0.159 0.165,-0.101 0.151,-0.056 0.131,0.039-0.029,-0.045 0.081,-0.229 0.261,-0.033 0.045,0.034-0.071,-0.050-0.002,-0.156 0.061,-0.039-0.019,0.266-0.303,-0.061-0.004,0.185-0.163,0.016-0.009,0.412-0.330,-1.494 1.282,0.097-0.125,0.603-0.511,0.026-0.046,0.414-0.347,0.028-0.045,-0.798 0.579,0.104-0.119,0.179-0.176,0.300-0.190,0.172-0.078,-0.154 0.130,0.128-0.083,0.154-0.103,0.074-0.073,0.154-0.085,-1.026 1.126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995.000 1337.000,'0.018'0.000,"0.027"0.000,0.030 0.000,0.029 0.000,0.026 0.000,0.022 0.000,0.017 0.000,0.013 0.000,0.009 0.000,0.006 0.000,0.004 0.000,0.002 0.000,0.001 0.000,-0.000 0.000,-0.001 0.000,-0.163 0.000,0.219 0.000,0.069 0.000,0.049 0.000,0.108 0.000,0.020 0.000,0.002 0.000,0.012 0.000,0.049 0.000,0.161-0.074,0.033-0.042,-0.011-0.018,0.002 0.007,0.029 0.007,0.012 0.012,0.051 0.018,0.063 0.015,0.187 0.012,0.033 0.015,-0.037 0.013,-0.080 0.011,-0.127-0.037,0.005-0.026,0.103-0.024,-0.017-0.006,-0.047 0.003,0.078-0.008,-0.160 0.025,-0.169 0.028,-0.160 0.028,-0.142 0.025,-0.119 0.022,-0.095 0.018,-0.072 0.014,-0.052 0.010,-0.036 0.007,-0.022 0.005,-0.012 0.003,-0.005 0.001,-0.000 0.000,0.003-0.000,0.005-0.001,0.005-0.001,0.005-0.001,0.005 0.035,0.004 0.055,0.003 0.063,0.003 0.062,-0.014 0.054,-0.025 0.133,-0.032 0.135,-0.153 0.665,-0.055 0.199,-0.018-0.141,-0.043-0.102,0.194-0.719,-0.260 0.637,-0.055-0.057,-0.121-0.024,-0.081-0.048,-0.037-0.088,-0.275 0.066,-0.071-0.120,-0.226-0.030,-0.088-0.044,0.086-0.170,-0.014-0.079,0.044-0.084,-0.040-0.012,-0.067-0.004,-0.016-0.024,-0.088-0.013,-0.088-0.005,-0.246 0.063,0.000-0.005,0.081-0.029,-0.486 0.134,0.091-0.038,0.640-0.132,0.100-0.011,0.120-0.026,-0.097 0.075,0.138-0.016,0.148-0.037,0.124-0.019,0.260-0.066,0.253-0.064,0.227-0.058,0.194-0.050,0.157-0.041,0.122-0.031,0.090-0.023,0.063-0.016,0.041-0.011,0.024-0.006,0.048-0.004,0.006-0.001,-0.112 0.005,0.023 0.001,0.010 0.001,0.131-0.000,0.001 0.002,0.066 0.002,0.030 0.002,0.075 0.001,-0.022 0.001,-0.225 0.001,-0.015 0.000,0.172 0.000,-0.030 0.000,-0.141 0.000,-0.015 0.000,0.198 0.000,0.152-0.000,0.135 0.047,0.164 0.031,0.728 0.065,0.190 0.008,-0.184-0.003,0.137 0.037,-0.129-0.009,0.003-0.000,-0.377-0.022,0.049 0.013,-0.500-0.053,1.162 0.117,-0.013-0.008,0.028 0.031,-0.039 0.010,-1.111-0.133,1.290 0.149,-0.164-0.026,-0.415-0.054,-0.181-0.028,3.933 0.287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1038.000 1322.000,'-0.026'0.039,"-0.041"0.061,-0.047 0.070,-0.047 0.070,-0.043 0.064,-0.037 0.056,-0.109 0.185,-0.065 0.132,-0.017 0.066,-0.133 0.317,-0.074 0.142,-0.029 0.018,0.050 0.075,-0.019 0.132,0.001 0.043,-0.185 0.564,0.044 0.013,0.480-1.227,-0.351 1.210,0.108-0.125,0.109-0.183,0.102-0.207,0.052-0.134,0.017-0.150,0.018-0.029,0.050-0.185,0.052-0.201,0.048-0.193,0.042-0.172,0.034-0.143,0.027-0.114,0.020-0.086,0.014-0.062,0.009-0.042,0.005-0.026,0.003-0.014,0.001-0.005,-0.000 0.000,-0.001 0.004,-0.001 0.005,-0.002 0.006,-0.001 0.006,-0.001 0.005,0.187 0.022,0.147 0.028,0.102 0.034,0.270 0.021,0.188 0.011,0.120 0.003,0.114 0.013,0.104 0.019,0.092 0.023,-0.677-0.078,1.052 0.114,0.072-0.009,0.038-0.018,-0.178-0.041,-0.001-0.018,-0.064-0.018,0.729-0.004,0.108-0.024,-1.468-0.042,1.040 0.011,-0.027-0.010,-0.082-0.008,-0.985-0.009,1.173-0.022,-0.140-0.040,-0.176-0.044,0.091-0.041,-0.088-0.029,-0.166-0.021,-0.205-0.014,-0.217-0.009,0.630-0.749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1049.000 1325.000,'-0.023'0.034,"-0.036"0.054,-0.043 0.064,-0.044 0.065,-0.041 0.062,-0.037 0.056,-0.000 0.022,0.009 0.021,0.020 0.011,-0.016 0.041,-0.037 0.064,-0.030 0.038,-0.118 0.222,-0.081 0.154,-0.051 0.098,-0.224 0.766,-0.003 0.235,0.139-0.141,0.020 0.121,-0.157 0.780,0.051 0.051,0.048 0.009,0.042-0.166,0.169-0.632,0.054-0.119,-0.035 0.460,0.101-0.329,0.090-0.366,0.075-0.356,0.060-0.319,0.045-0.269,0.032-0.215,0.031-0.182,0.028-0.130,0.025-0.098,0.021-0.069,0.016-0.047,0.012-0.028,0.009-0.015,0.006-0.005,0.004 0.001,0.002 0.005,0.001 0.007,-0.000 0.008,-0.001 0.008,-0.001 0.007,-0.001 0.006,-0.001 0.005,1.333 0.013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1092.000 1316.000,'-0.045'0.000,"-0.072"0.000,-0.087 0.000,-0.091 0.000,-0.087 0.037,-0.007 0.058,-0.001 0.118,-0.038 0.111,-0.265 0.365,-0.050 0.168,-0.088 0.192,-0.032 0.045,0.200-0.079,0.051 0.083,0.065 0.039,-0.098 0.354,0.072-0.028,0.129-0.159,0.075-0.056,-0.025 0.037,0.039-0.123,0.103-0.275,0.035-0.056,0.035-0.063,0.007 0.102,0.046-0.085,0.027-0.181,-0.018-0.046,-0.052 0.091,0.013-0.123,0.025-0.120,0.031-0.108,0.031-0.092,0.029-0.074,0.025-0.056,0.020-0.041,0.016-0.028,0.012-0.017,0.008-0.010,0.005-0.004,0.003-0.000,0.001 0.002,0.000 0.003,-0.000 0.004,-0.001 0.004,-0.001 0.003,-0.001 0.003,-0.001 0.002,-0.001 0.002,-0.001 0.001,-0.000 0.001,0.025 0.000,0.048 0.000,0.057 0.000,0.059 0.000,0.480 0.000,0.394-0.000,0.318-0.000,0.504 0.000,0.511-0.000,-0.229-0.000,0.104 0.000,0.929-0.000,0.022 0.000,-0.681-0.000,-0.118 0.000,-0.177 0.000,-0.210 0.000,0.133 0.007,-0.411 0.012,-0.396 0.013,-0.357 0.014,-0.306 0.013,-0.251 0.011,-0.197 0.009,-0.148 0.008,-0.106 0.006,-0.071 0.004,-0.084 0.168,-0.054 0.128,-0.028 0.085,-0.115 0.300,-0.032 0.125,0.055-0.031,-0.011 0.066,-0.010 0.002,-0.138 0.390,-0.007 0.075,0.029 0.055,0.050-0.036,0.065-0.249,0.008-0.006,-0.051 0.011,-0.043-0.024,-0.083-0.001,-0.060-0.031,-0.033-0.075,-0.012-0.103,0.003-0.118,-0.124 0.039,0.041-0.147,0.050-0.122,0.054-0.151,-0.046-0.043,-0.075-0.050,-0.045-0.052,-0.214 0.032,0.011-0.016,-0.035-0.033,0.011-0.042,0.075-0.054,-0.064 0.011,0.458-0.100,-0.572 0.093,-0.085-0.013,-0.172-0.018,-0.084-0.020,0.233-0.047,-0.073-0.012,-1.150 0.023,-0.070-0.028,0.460-0.031,0.049-0.013,0.009-0.011,0.074-0.009,0.070-0.007,0.111-0.005,-0.323-0.019,0.332-0.023,0.335-0.023,0.308-0.021,0.265-0.018,0.215-0.014,0.167-0.011,0.145-0.171,0.091-0.130,0.069-0.236,0.050-0.139,0.146 0.047,0.118-0.045,0.246-0.449,0.085-0.104,-0.010 0.221,0.047-0.005,3.174-4.761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1086.000 1330.000,'0.035'0.000,"0.295"-0.018,0.186-0.029,0.136-0.033,0.094-0.034,0.189-0.013,0.089 0.001,0.166 0.010,0.055 0.015,-0.167 0.031,0.031 0.011,0.182 0.011,0.092 0.010,0.678 0.004,0.098 0.011,-0.423 0.010,-0.052 0.005,0.096 0.004,0.008 0.003,-0.063 0.002,-0.110 0.001,-0.139 0.001,0.255 0.002,-0.280 0.000,-0.297-0.000,-0.284-0.001,-0.252-0.001,-0.211-0.001,-0.169-0.001,-0.129-0.001,-0.093-0.000,-0.064-0.000,-0.040-0.000,-0.022-0.000,-0.009-0.000,-0.000-0.000,0.005 0.000,0.008 0.000,0.009 0.000,0.009 0.000,-0.164-0.000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1147.000 1345.000,'-0.071'0.000,"-0.118"0.000,-0.235 0.000,-0.084 0.000,-0.028 0.000,0.009 0.000,-0.093 0.000,-0.082 0.000,0.124 0.016,0.000 0.026,0.011 0.032,0.035 0.043,0.050 0.049,-0.103 0.194,0.054 0.108,0.153-0.048,0.051 0.036,-0.037 0.268,0.018 0.119,0.037 0.088,0.046 0.061,0.084-0.149,0.031 0.019,0.008 0.357,0.039 0.038,0.052-0.487,0.010 0.005,0.017-0.253,-0.002 0.268,0.007-0.001,0.020-0.272,0.030 0.238,0.021-0.022,0.120 0.373,0.053-0.031,-0.173-0.838,0.180 0.547,0.024-0.039,0.119 0.033,0.064-0.088,0.025-0.025,-0.004-0.025,0.046-0.048,0.032-0.062,-0.124-0.158,0.011-0.017,-0.121-0.116,0.597 0.349,0.056-0.048,-0.120-0.129,0.059-0.011,-0.427-0.206,0.695 0.200,0.030-0.051,-0.103-0.034,-0.007-0.012,0.109-0.022,0.045-0.029,0.044-0.032,-0.006-0.033,0.330-0.005,-0.076-0.045,-0.292-0.051,-0.025-0.021,-0.051-0.065,-0.068-0.046,-0.030-0.077,-0.048-0.049,0.127-0.123,-0.167-0.065,-0.154-0.035,-0.057-0.024,-0.055-0.051,-0.050-0.006,0.008-0.072,-0.068-0.020,-0.063-0.020,-0.000-0.005,0.004-0.038,0.355-0.313,0.159-0.122,-0.040 0.011,0.090-0.111,0.027-0.039,0.208-0.312,-0.075 0.003,-0.131 0.078,-0.281 0.241,-0.124 0.058,-0.009-0.173,-0.177 0.132,-0.194 0.242,-0.130 0.125,-0.116 0.118,-0.100 0.107,-0.230 0.067,-0.205 0.123,-0.073 0.079,-0.136-0.009,-0.185-0.038,-0.117-0.010,-0.204-0.036,-0.115-0.006,0.575 0.191,-0.464-0.147,-0.080-0.015,-0.540-0.180,-0.089-0.055,-0.055-0.057,-0.161-0.032,-0.135-0.012,0.449 0.170,-0.060 0.005,-0.673-0.198,0.045 0.026,0.601 0.185,0.028 0.017,-1.052-0.275,0.275 0.107,0.682 0.215,0.183 0.077,0.188 0.074,0.183 0.068,-0.072 0.030,0.239 0.078,0.187 0.059,0.241 0.050,0.205 0.035,0.166 0.022,0.128 0.012,0.094 0.005,0.065 0.001,0.042-0.002,0.024-0.004,0.011-0.005,0.002-0.005,-0.004-0.004,-0.103-0.005,-0.088-0.002,-0.068-0.002,-0.181-0.001,-0.080-0.001,-0.039-0.001,-0.010-0.001,0.010-0.000,0.023-0.000,-1.583-0.006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1212.000 1328.000,'-0.034'0.052,"-0.052"0.079,-0.059 0.088,-0.058 0.087,-0.052 0.078,0.160-0.228,-0.144 0.333,0.018 0.064,-0.033 0.056,-0.028-0.054,-0.188 0.581,-0.102 0.357,0.330-0.854,-0.580 1.583,-0.075 0.308,-0.055 0.342,0.035 0.044,0.242-0.452,0.073-0.006,0.081-0.105,0.038 0.179,0.099-0.110,0.067-0.379,0.032-0.159,0.036-0.186,-0.004 0.203,0.057-0.245,0.014-0.132,-0.014-0.123,-0.035-0.086,-0.022-0.193,-0.020-0.185,0.075-0.319,0.014-0.066,0.441 0.279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1206.000 1352.000,'0.047'0.000,"0.078"0.000,0.097 0.000,0.258-0.037,0.204-0.058,-0.015-0.000,0.079-0.009,0.162-0.002,0.120 0.004,0.679-0.024,0.158 0.020,-0.618 0.047,0.019 0.009,0.187 0.004,-0.017 0.010,-0.033 0.009,0.052 0.008,0.015 0.006,-0.739 0.008,0.355-0.000,-0.025 0.002,0.761 0.003,-0.064 0.003,-0.391 0.001,-0.068 0.001,0.113 0.001,-0.088 0.000,0.039-0.006,-0.217-0.011,-0.221-0.013,-0.206-0.013,-0.180-0.011,-0.149-0.010,-0.118-0.008,-0.089-0.006,-0.063-0.005,-0.042-0.003,-0.026-0.002,-0.014-0.001,2.999-1.237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12-17T11:38: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1251.000 1329.000,'-0.012'0.037,"-0.019"0.058,-0.022 0.067,-0.023 0.068,-0.021 0.063,-0.019 0.056,-0.017 0.007,-0.029 0.019,-0.030 0.010,-0.025 0.097,-0.027 0.109,0.109-0.270,-0.268 0.695,-0.011 0.101,0.051-0.030,-0.006 0.102,0.013 0.032,0.173-0.606,-0.289 0.928,0.026-0.071,0.121-0.235,0.038-0.001,0.041-0.043,0.041-0.016,0.039 0.004,0.093-0.591,-0.042 0.579,0.030-0.038,0.025-0.009,0.021-0.036,0.016 0.262,0.019-0.068,0.012-0.027,0.008-0.073,-0.000-0.297,0.001-0.062,0.000-0.012,-0.001-0.023,-0.019 0.215,-0.036-0.114,-0.041-0.125,-0.039-0.121,0.076-0.411,-0.050 0.221,0.002-0.001,0.006-0.006,0.008-0.010,0.010-0.011,-0.002 0.172,0.016 0.110,0.014 0.129,0.012 0.058,0.010 0.082,0.008 0.018,-0.041-0.158,-0.028 0.020,-0.016 0.006,-0.007-0.021,-0.000-0.038,0.005-0.049,-0.337 2.335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5A8DD-C29A-45F9-A1DA-C79B73BED5C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D2A5DC-9E0C-4FF6-85E1-E7C902564D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2A5DC-9E0C-4FF6-85E1-E7C902564D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2A5DC-9E0C-4FF6-85E1-E7C902564D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2A5DC-9E0C-4FF6-85E1-E7C902564D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2A5DC-9E0C-4FF6-85E1-E7C902564D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2A5DC-9E0C-4FF6-85E1-E7C902564D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300"/>
              </a:spcBef>
              <a:spcAft>
                <a:spcPts val="900"/>
              </a:spcAft>
              <a:buNone/>
            </a:pPr>
            <a:endParaRPr lang="en-US" b="0" i="0">
              <a:solidFill>
                <a:srgbClr val="61666B">
                  <a:alpha val="100000"/>
                </a:srgbClr>
              </a:solidFill>
              <a:effectLst/>
              <a:latin typeface="quote-cjk-patch"/>
            </a:endParaRPr>
          </a:p>
          <a:p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2A5DC-9E0C-4FF6-85E1-E7C902564D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300"/>
              </a:spcBef>
              <a:spcAft>
                <a:spcPts val="900"/>
              </a:spcAft>
              <a:buNone/>
            </a:pPr>
            <a:endParaRPr lang="en-US" b="0" i="0">
              <a:solidFill>
                <a:srgbClr val="61666B">
                  <a:alpha val="100000"/>
                </a:srgbClr>
              </a:solidFill>
              <a:effectLst/>
              <a:latin typeface="quote-cjk-patch"/>
            </a:endParaRPr>
          </a:p>
          <a:p>
            <a:endParaRPr lang="zh-CN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2A5DC-9E0C-4FF6-85E1-E7C902564D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300"/>
              </a:spcBef>
              <a:spcAft>
                <a:spcPts val="900"/>
              </a:spcAft>
              <a:buNone/>
            </a:pPr>
            <a:endParaRPr lang="en-US" b="0" i="0">
              <a:solidFill>
                <a:srgbClr val="61666B">
                  <a:alpha val="100000"/>
                </a:srgbClr>
              </a:solidFill>
              <a:effectLst/>
              <a:latin typeface="quote-cjk-patch"/>
            </a:endParaRPr>
          </a:p>
          <a:p>
            <a:endParaRPr lang="zh-CN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D2A5DC-9E0C-4FF6-85E1-E7C902564D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2DB88-3007-4F23-81AB-71D0B747C3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C55AF-7085-4DFC-A94D-74780D7FEA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ustomXml" Target="../ink/ink3.xml"/><Relationship Id="rId8" Type="http://schemas.openxmlformats.org/officeDocument/2006/relationships/image" Target="../media/image6.png"/><Relationship Id="rId7" Type="http://schemas.openxmlformats.org/officeDocument/2006/relationships/customXml" Target="../ink/ink2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12.png"/><Relationship Id="rId2" Type="http://schemas.openxmlformats.org/officeDocument/2006/relationships/image" Target="../media/image2.png"/><Relationship Id="rId19" Type="http://schemas.openxmlformats.org/officeDocument/2006/relationships/customXml" Target="../ink/ink8.xml"/><Relationship Id="rId18" Type="http://schemas.openxmlformats.org/officeDocument/2006/relationships/image" Target="../media/image11.png"/><Relationship Id="rId17" Type="http://schemas.openxmlformats.org/officeDocument/2006/relationships/customXml" Target="../ink/ink7.xml"/><Relationship Id="rId16" Type="http://schemas.openxmlformats.org/officeDocument/2006/relationships/image" Target="../media/image10.png"/><Relationship Id="rId15" Type="http://schemas.openxmlformats.org/officeDocument/2006/relationships/customXml" Target="../ink/ink6.xml"/><Relationship Id="rId14" Type="http://schemas.openxmlformats.org/officeDocument/2006/relationships/image" Target="../media/image9.png"/><Relationship Id="rId13" Type="http://schemas.openxmlformats.org/officeDocument/2006/relationships/customXml" Target="../ink/ink5.xml"/><Relationship Id="rId12" Type="http://schemas.openxmlformats.org/officeDocument/2006/relationships/image" Target="../media/image8.png"/><Relationship Id="rId11" Type="http://schemas.openxmlformats.org/officeDocument/2006/relationships/customXml" Target="../ink/ink4.xml"/><Relationship Id="rId10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customXml" Target="../ink/ink11.xml"/><Relationship Id="rId8" Type="http://schemas.openxmlformats.org/officeDocument/2006/relationships/image" Target="../media/image39.png"/><Relationship Id="rId7" Type="http://schemas.openxmlformats.org/officeDocument/2006/relationships/customXml" Target="../ink/ink10.xml"/><Relationship Id="rId6" Type="http://schemas.openxmlformats.org/officeDocument/2006/relationships/image" Target="../media/image38.png"/><Relationship Id="rId5" Type="http://schemas.openxmlformats.org/officeDocument/2006/relationships/customXml" Target="../ink/ink9.xml"/><Relationship Id="rId4" Type="http://schemas.openxmlformats.org/officeDocument/2006/relationships/image" Target="../media/image37.png"/><Relationship Id="rId31" Type="http://schemas.openxmlformats.org/officeDocument/2006/relationships/slideLayout" Target="../slideLayouts/slideLayout2.xml"/><Relationship Id="rId30" Type="http://schemas.openxmlformats.org/officeDocument/2006/relationships/image" Target="../media/image50.png"/><Relationship Id="rId3" Type="http://schemas.openxmlformats.org/officeDocument/2006/relationships/image" Target="../media/image36.png"/><Relationship Id="rId29" Type="http://schemas.openxmlformats.org/officeDocument/2006/relationships/customXml" Target="../ink/ink21.xml"/><Relationship Id="rId28" Type="http://schemas.openxmlformats.org/officeDocument/2006/relationships/image" Target="../media/image49.png"/><Relationship Id="rId27" Type="http://schemas.openxmlformats.org/officeDocument/2006/relationships/customXml" Target="../ink/ink20.xml"/><Relationship Id="rId26" Type="http://schemas.openxmlformats.org/officeDocument/2006/relationships/image" Target="../media/image48.png"/><Relationship Id="rId25" Type="http://schemas.openxmlformats.org/officeDocument/2006/relationships/customXml" Target="../ink/ink19.xml"/><Relationship Id="rId24" Type="http://schemas.openxmlformats.org/officeDocument/2006/relationships/image" Target="../media/image47.png"/><Relationship Id="rId23" Type="http://schemas.openxmlformats.org/officeDocument/2006/relationships/customXml" Target="../ink/ink18.xml"/><Relationship Id="rId22" Type="http://schemas.openxmlformats.org/officeDocument/2006/relationships/image" Target="../media/image46.png"/><Relationship Id="rId21" Type="http://schemas.openxmlformats.org/officeDocument/2006/relationships/customXml" Target="../ink/ink17.xml"/><Relationship Id="rId20" Type="http://schemas.openxmlformats.org/officeDocument/2006/relationships/image" Target="../media/image45.png"/><Relationship Id="rId2" Type="http://schemas.openxmlformats.org/officeDocument/2006/relationships/image" Target="../media/image35.png"/><Relationship Id="rId19" Type="http://schemas.openxmlformats.org/officeDocument/2006/relationships/customXml" Target="../ink/ink16.xml"/><Relationship Id="rId18" Type="http://schemas.openxmlformats.org/officeDocument/2006/relationships/image" Target="../media/image44.png"/><Relationship Id="rId17" Type="http://schemas.openxmlformats.org/officeDocument/2006/relationships/customXml" Target="../ink/ink15.xml"/><Relationship Id="rId16" Type="http://schemas.openxmlformats.org/officeDocument/2006/relationships/image" Target="../media/image43.png"/><Relationship Id="rId15" Type="http://schemas.openxmlformats.org/officeDocument/2006/relationships/customXml" Target="../ink/ink14.xml"/><Relationship Id="rId14" Type="http://schemas.openxmlformats.org/officeDocument/2006/relationships/image" Target="../media/image42.png"/><Relationship Id="rId13" Type="http://schemas.openxmlformats.org/officeDocument/2006/relationships/customXml" Target="../ink/ink13.xml"/><Relationship Id="rId12" Type="http://schemas.openxmlformats.org/officeDocument/2006/relationships/image" Target="../media/image41.png"/><Relationship Id="rId11" Type="http://schemas.openxmlformats.org/officeDocument/2006/relationships/customXml" Target="../ink/ink12.xml"/><Relationship Id="rId10" Type="http://schemas.openxmlformats.org/officeDocument/2006/relationships/image" Target="../media/image40.png"/><Relationship Id="rId1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作业讲解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48" y="446636"/>
            <a:ext cx="7860832" cy="1798079"/>
          </a:xfrm>
          <a:prstGeom prst="rect">
            <a:avLst/>
          </a:prstGeom>
        </p:spPr>
      </p:pic>
      <p:pic>
        <p:nvPicPr>
          <p:cNvPr id="3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50" y="2244715"/>
            <a:ext cx="6500747" cy="3450160"/>
          </a:xfrm>
          <a:prstGeom prst="rect">
            <a:avLst/>
          </a:prstGeom>
        </p:spPr>
      </p:pic>
      <p:pic>
        <p:nvPicPr>
          <p:cNvPr id="38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97" y="2355758"/>
            <a:ext cx="5185185" cy="1073242"/>
          </a:xfrm>
          <a:prstGeom prst="rect">
            <a:avLst/>
          </a:prstGeom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7697" y="3958068"/>
            <a:ext cx="4819650" cy="1847850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" name="墨迹 0"/>
              <p14:cNvContentPartPr/>
              <p14:nvPr/>
            </p14:nvContentPartPr>
            <p14:xfrm>
              <a:off x="2118995" y="3381375"/>
              <a:ext cx="47625" cy="280670"/>
            </p14:xfrm>
          </p:contentPart>
        </mc:Choice>
        <mc:Fallback xmlns="">
          <p:pic>
            <p:nvPicPr>
              <p:cNvPr id="1" name="墨迹 0"/>
            </p:nvPicPr>
            <p:blipFill>
              <a:blip r:embed="rId6"/>
            </p:blipFill>
            <p:spPr>
              <a:xfrm>
                <a:off x="2118995" y="3381375"/>
                <a:ext cx="47625" cy="280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" name="墨迹 1"/>
              <p14:cNvContentPartPr/>
              <p14:nvPr/>
            </p14:nvContentPartPr>
            <p14:xfrm>
              <a:off x="2114550" y="3352800"/>
              <a:ext cx="290195" cy="36195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8"/>
            </p:blipFill>
            <p:spPr>
              <a:xfrm>
                <a:off x="2114550" y="3352800"/>
                <a:ext cx="290195" cy="361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" name="墨迹 2"/>
              <p14:cNvContentPartPr/>
              <p14:nvPr/>
            </p14:nvContentPartPr>
            <p14:xfrm>
              <a:off x="5767070" y="3362325"/>
              <a:ext cx="161925" cy="3810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10"/>
            </p:blipFill>
            <p:spPr>
              <a:xfrm>
                <a:off x="5767070" y="3362325"/>
                <a:ext cx="161925" cy="381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4" name="墨迹 3"/>
              <p14:cNvContentPartPr/>
              <p14:nvPr/>
            </p14:nvContentPartPr>
            <p14:xfrm>
              <a:off x="5719445" y="3357245"/>
              <a:ext cx="361950" cy="44767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12"/>
            </p:blipFill>
            <p:spPr>
              <a:xfrm>
                <a:off x="5719445" y="3357245"/>
                <a:ext cx="361950" cy="447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5" name="墨迹 4"/>
              <p14:cNvContentPartPr/>
              <p14:nvPr/>
            </p14:nvContentPartPr>
            <p14:xfrm>
              <a:off x="5871845" y="4714875"/>
              <a:ext cx="62230" cy="32829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14"/>
            </p:blipFill>
            <p:spPr>
              <a:xfrm>
                <a:off x="5871845" y="4714875"/>
                <a:ext cx="62230" cy="328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6" name="墨迹 5"/>
              <p14:cNvContentPartPr/>
              <p14:nvPr/>
            </p14:nvContentPartPr>
            <p14:xfrm>
              <a:off x="5881370" y="4738370"/>
              <a:ext cx="243205" cy="28575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6"/>
            </p:blipFill>
            <p:spPr>
              <a:xfrm>
                <a:off x="5881370" y="4738370"/>
                <a:ext cx="243205" cy="28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7" name="墨迹 6"/>
              <p14:cNvContentPartPr/>
              <p14:nvPr/>
            </p14:nvContentPartPr>
            <p14:xfrm>
              <a:off x="2200275" y="4695825"/>
              <a:ext cx="9525" cy="27114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8"/>
            </p:blipFill>
            <p:spPr>
              <a:xfrm>
                <a:off x="2200275" y="4695825"/>
                <a:ext cx="9525" cy="271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8" name="墨迹 7"/>
              <p14:cNvContentPartPr/>
              <p14:nvPr/>
            </p14:nvContentPartPr>
            <p14:xfrm>
              <a:off x="2171700" y="4690745"/>
              <a:ext cx="295275" cy="31432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0"/>
            </p:blipFill>
            <p:spPr>
              <a:xfrm>
                <a:off x="2171700" y="4690745"/>
                <a:ext cx="295275" cy="31432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768" y="156853"/>
            <a:ext cx="4340914" cy="4060855"/>
          </a:xfrm>
          <a:prstGeom prst="rect">
            <a:avLst/>
          </a:prstGeom>
        </p:spPr>
      </p:pic>
      <p:pic>
        <p:nvPicPr>
          <p:cNvPr id="61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4" y="4142294"/>
            <a:ext cx="1965360" cy="1220497"/>
          </a:xfrm>
          <a:prstGeom prst="rect">
            <a:avLst/>
          </a:prstGeom>
        </p:spPr>
      </p:pic>
      <p:pic>
        <p:nvPicPr>
          <p:cNvPr id="62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014" y="329550"/>
            <a:ext cx="6708218" cy="4310779"/>
          </a:xfrm>
          <a:prstGeom prst="rect">
            <a:avLst/>
          </a:prstGeom>
        </p:spPr>
      </p:pic>
      <p:sp>
        <p:nvSpPr>
          <p:cNvPr id="63" name="文本框 2"/>
          <p:cNvSpPr txBox="1"/>
          <p:nvPr/>
        </p:nvSpPr>
        <p:spPr>
          <a:xfrm>
            <a:off x="1898496" y="5380672"/>
            <a:ext cx="104013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原码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，</a:t>
            </a:r>
            <a:r>
              <a:rPr lang="zh-CN" altLang="en-US" dirty="0"/>
              <a:t>最高位为符号位：</a:t>
            </a:r>
            <a:r>
              <a:rPr lang="en-US" altLang="zh-CN" dirty="0"/>
              <a:t>0</a:t>
            </a:r>
            <a:r>
              <a:rPr lang="zh-CN" altLang="en-US" dirty="0"/>
              <a:t> 表示正数，</a:t>
            </a:r>
            <a:r>
              <a:rPr lang="en-US" altLang="zh-CN" dirty="0"/>
              <a:t>1</a:t>
            </a:r>
            <a:r>
              <a:rPr lang="zh-CN" altLang="en-US" dirty="0"/>
              <a:t> 表示负数，其余位为数值的绝对值二进制；</a:t>
            </a:r>
            <a:endParaRPr lang="en-US" altLang="zh-CN" dirty="0"/>
          </a:p>
          <a:p>
            <a:r>
              <a:rPr lang="zh-CN" altLang="en-US" dirty="0"/>
              <a:t>反码，对正数：反码 </a:t>
            </a:r>
            <a:r>
              <a:rPr lang="en-US" altLang="zh-CN" dirty="0"/>
              <a:t>= </a:t>
            </a:r>
            <a:r>
              <a:rPr lang="zh-CN" altLang="en-US" dirty="0"/>
              <a:t>原码；对负数：反码 </a:t>
            </a:r>
            <a:r>
              <a:rPr lang="en-US" altLang="zh-CN" dirty="0"/>
              <a:t>= </a:t>
            </a:r>
            <a:r>
              <a:rPr lang="zh-CN" altLang="en-US" b="1" dirty="0"/>
              <a:t>符号位不变，其余位按位取反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补码，对正数：补码 </a:t>
            </a:r>
            <a:r>
              <a:rPr lang="en-US" altLang="zh-CN" dirty="0"/>
              <a:t>= </a:t>
            </a:r>
            <a:r>
              <a:rPr lang="zh-CN" altLang="en-US" dirty="0"/>
              <a:t>原码；对负数：补码 </a:t>
            </a:r>
            <a:r>
              <a:rPr lang="en-US" altLang="zh-CN" dirty="0"/>
              <a:t>= </a:t>
            </a:r>
            <a:r>
              <a:rPr lang="zh-CN" altLang="en-US" b="1" dirty="0"/>
              <a:t>反码 </a:t>
            </a:r>
            <a:r>
              <a:rPr lang="en-US" altLang="zh-CN" b="1" dirty="0"/>
              <a:t>+ 1</a:t>
            </a:r>
            <a:r>
              <a:rPr lang="zh-CN" altLang="en-US" dirty="0"/>
              <a:t>（即“取反再加一”）。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1880215" cy="66167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ZF (Zero Flag) -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零标志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[Bit 6] 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含义：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如果运算结果是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0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ZF =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；否则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ZF = 0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例子：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计算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5 - 5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，结果是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0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，所以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ZF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灯亮起（置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）。这是编程中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if (a == b)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判断相等的底层依据。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CF (Carry Flag) -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进位标志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[Bit 0] 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含义：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主要用于无符号数运算。如果加法产生了最高位进位，或者减法产生了借位，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CF =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例子：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8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位二进制最大是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255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。如果你算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255 + 1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，结果溢出变成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0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，这时候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CF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就会置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宋体" panose="02010600030101010101" pitchFamily="2" charset="-122"/>
              </a:rPr>
              <a:t>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宋体" panose="02010600030101010101" pitchFamily="2" charset="-122"/>
            </a:endParaRPr>
          </a:p>
          <a:p>
            <a:pPr lvl="0" inden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None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3.OF (Overflow Flag) -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溢出标志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[Bit 11] 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含义：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主要用于有符号数运算。如果结果超出了有符号数能表示的范围，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OF =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区别：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CF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看无符号，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OF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看有符号。计算机不知道你算的是什么，它两个都会算，你自己决定看哪个。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None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4.SF (Sign Flag) -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符号标志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[Bit 7]</a:t>
            </a:r>
            <a:endParaRPr lang="en-US" altLang="zh-CN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含义：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结果是正还是负？它直接复制结果的最高位（符号位）。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逻辑：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结果为负，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SF =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；结果为非负，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SF = 0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None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5.PF (Parity Flag) -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奇偶标志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[Bit 2]</a:t>
            </a:r>
            <a:endParaRPr lang="en-US" altLang="zh-CN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含义：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结果的低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8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位中，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"1"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的个数是偶数还是奇数？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逻辑：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偶数个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PF =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；奇数个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PF = 0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。这主要用于早期的通信数据校验。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None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6.AF (Auxiliary Carry Flag) -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辅助进位标志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[Bit 4]</a:t>
            </a:r>
            <a:endParaRPr lang="en-US" altLang="zh-CN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含义：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低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4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位向高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4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位进位时置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关联：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AF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主要是给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BCD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码运算调整用的（因为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BCD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码是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4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位一组）。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1880215" cy="66167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IF (Interrupt Flag) -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中断允许标志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[Bit 9] 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含义：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CPU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是否理会外部发来的中断请求（比如键盘敲击、鼠标移动）。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逻辑：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1314450" lvl="2" indent="-40005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Font typeface="+mj-lt"/>
              <a:buAutoNum type="romanUcPeriod"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IF =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：开中断（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CPU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会响应外部设备）。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1314450" lvl="2" indent="-40005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Font typeface="+mj-lt"/>
              <a:buAutoNum type="romanUcPeriod"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IF = 0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：关中断（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CPU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专心算数，忽略外部信号）。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DF (Direction Flag) -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方向标志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[Bit 10]</a:t>
            </a:r>
            <a:endParaRPr lang="en-US" altLang="zh-CN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含义：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决定字符串操作（如复制一段内存数据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en-US" altLang="zh-CN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sym typeface="+mn-ea"/>
              </a:rPr>
              <a:t>std::memcpy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）时的方向。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逻辑：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1314450" lvl="2" indent="-40005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Font typeface="+mj-lt"/>
              <a:buAutoNum type="romanUcPeriod"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DF = 0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：地址自动增加（从左向右处理）。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1314450" lvl="2" indent="-40005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Font typeface="+mj-lt"/>
              <a:buAutoNum type="romanUcPeriod"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DF =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：地址自动减少（从右向左处理）。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AutoNum type="arabicPeriod"/>
            </a:pP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TF (Trap Flag) -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陷阱标志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[Bit 8]</a:t>
            </a:r>
            <a:endParaRPr lang="en-US" altLang="zh-CN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含义：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用于调试（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Debug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）。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  <a:p>
            <a:pPr marL="742950" lvl="1" indent="-28575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Font typeface="Wingdings" panose="05000000000000000000" charset="0"/>
              <a:buChar char="ü"/>
            </a:pP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逻辑：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如果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 TF = 1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CPU 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每执行完一条指令就会自动暂停（产生一个内部中断）。这就是调试器里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"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单步执行</a:t>
            </a:r>
            <a:r>
              <a:rPr lang="en-US" altLang="zh-CN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"</a:t>
            </a:r>
            <a:r>
              <a:rPr lang="zh-CN" altLang="en-US" sz="1800" b="0" i="0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</a:rPr>
              <a:t>功能的实现原理。</a:t>
            </a:r>
            <a:endParaRPr lang="zh-CN" altLang="en-US" sz="1800" b="0" i="0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 4"/>
          <p:cNvPicPr>
            <a:picLocks noChangeAspect="1"/>
          </p:cNvPicPr>
          <p:nvPr/>
        </p:nvPicPr>
        <p:blipFill>
          <a:blip r:embed="rId1"/>
          <a:srcRect b="80469"/>
          <a:stretch>
            <a:fillRect/>
          </a:stretch>
        </p:blipFill>
        <p:spPr>
          <a:xfrm>
            <a:off x="105720" y="552787"/>
            <a:ext cx="6708218" cy="384204"/>
          </a:xfrm>
          <a:prstGeom prst="rect">
            <a:avLst/>
          </a:prstGeom>
        </p:spPr>
      </p:pic>
      <p:pic>
        <p:nvPicPr>
          <p:cNvPr id="6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0" y="3429000"/>
            <a:ext cx="5778442" cy="1736606"/>
          </a:xfrm>
          <a:prstGeom prst="rect">
            <a:avLst/>
          </a:prstGeom>
        </p:spPr>
      </p:pic>
      <p:pic>
        <p:nvPicPr>
          <p:cNvPr id="67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98" y="4706921"/>
            <a:ext cx="4525934" cy="1598292"/>
          </a:xfrm>
          <a:prstGeom prst="rect">
            <a:avLst/>
          </a:prstGeom>
        </p:spPr>
      </p:pic>
      <p:pic>
        <p:nvPicPr>
          <p:cNvPr id="68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88" y="1000429"/>
            <a:ext cx="6776579" cy="891355"/>
          </a:xfrm>
          <a:prstGeom prst="rect">
            <a:avLst/>
          </a:prstGeom>
        </p:spPr>
      </p:pic>
      <p:pic>
        <p:nvPicPr>
          <p:cNvPr id="69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10" y="1891845"/>
            <a:ext cx="6212003" cy="1446972"/>
          </a:xfrm>
          <a:prstGeom prst="rect">
            <a:avLst/>
          </a:prstGeom>
        </p:spPr>
      </p:pic>
      <p:pic>
        <p:nvPicPr>
          <p:cNvPr id="7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873" y="3953393"/>
            <a:ext cx="1421558" cy="299680"/>
          </a:xfrm>
          <a:prstGeom prst="rect">
            <a:avLst/>
          </a:prstGeom>
        </p:spPr>
      </p:pic>
      <p:pic>
        <p:nvPicPr>
          <p:cNvPr id="71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4873" y="4412961"/>
            <a:ext cx="1436926" cy="368837"/>
          </a:xfrm>
          <a:prstGeom prst="rect">
            <a:avLst/>
          </a:prstGeom>
        </p:spPr>
      </p:pic>
      <p:pic>
        <p:nvPicPr>
          <p:cNvPr id="72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4610" y="4941686"/>
            <a:ext cx="1421558" cy="268943"/>
          </a:xfrm>
          <a:prstGeom prst="rect">
            <a:avLst/>
          </a:prstGeom>
        </p:spPr>
      </p:pic>
      <p:cxnSp>
        <p:nvCxnSpPr>
          <p:cNvPr id="73" name="直接连接符 15"/>
          <p:cNvCxnSpPr>
            <a:stCxn id="72" idx="3"/>
          </p:cNvCxnSpPr>
          <p:nvPr/>
        </p:nvCxnSpPr>
        <p:spPr>
          <a:xfrm flipV="1">
            <a:off x="6706168" y="4597379"/>
            <a:ext cx="575578" cy="478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6115" y="4485959"/>
            <a:ext cx="1360085" cy="222839"/>
          </a:xfrm>
          <a:prstGeom prst="rect">
            <a:avLst/>
          </a:prstGeom>
        </p:spPr>
      </p:pic>
      <p:cxnSp>
        <p:nvCxnSpPr>
          <p:cNvPr id="75" name="直接连接符 19"/>
          <p:cNvCxnSpPr>
            <a:stCxn id="72" idx="3"/>
          </p:cNvCxnSpPr>
          <p:nvPr/>
        </p:nvCxnSpPr>
        <p:spPr>
          <a:xfrm flipV="1">
            <a:off x="6706168" y="4836768"/>
            <a:ext cx="575578" cy="239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片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6115" y="4808890"/>
            <a:ext cx="1805763" cy="261259"/>
          </a:xfrm>
          <a:prstGeom prst="rect">
            <a:avLst/>
          </a:prstGeom>
        </p:spPr>
      </p:pic>
      <p:pic>
        <p:nvPicPr>
          <p:cNvPr id="77" name="图片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96115" y="5170241"/>
            <a:ext cx="1874920" cy="291996"/>
          </a:xfrm>
          <a:prstGeom prst="rect">
            <a:avLst/>
          </a:prstGeom>
        </p:spPr>
      </p:pic>
      <p:cxnSp>
        <p:nvCxnSpPr>
          <p:cNvPr id="78" name="直接连接符 25"/>
          <p:cNvCxnSpPr>
            <a:stCxn id="72" idx="3"/>
            <a:endCxn id="77" idx="1"/>
          </p:cNvCxnSpPr>
          <p:nvPr/>
        </p:nvCxnSpPr>
        <p:spPr>
          <a:xfrm>
            <a:off x="6706168" y="5076158"/>
            <a:ext cx="589947" cy="240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图片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1746" y="5462237"/>
            <a:ext cx="1705870" cy="261259"/>
          </a:xfrm>
          <a:prstGeom prst="rect">
            <a:avLst/>
          </a:prstGeom>
        </p:spPr>
      </p:pic>
      <p:cxnSp>
        <p:nvCxnSpPr>
          <p:cNvPr id="80" name="直接连接符 28"/>
          <p:cNvCxnSpPr>
            <a:stCxn id="72" idx="3"/>
            <a:endCxn id="79" idx="1"/>
          </p:cNvCxnSpPr>
          <p:nvPr/>
        </p:nvCxnSpPr>
        <p:spPr>
          <a:xfrm>
            <a:off x="6706168" y="5076158"/>
            <a:ext cx="575578" cy="516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图片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96115" y="5724105"/>
            <a:ext cx="2005550" cy="330416"/>
          </a:xfrm>
          <a:prstGeom prst="rect">
            <a:avLst/>
          </a:prstGeom>
        </p:spPr>
      </p:pic>
      <p:cxnSp>
        <p:nvCxnSpPr>
          <p:cNvPr id="82" name="直接连接符 33"/>
          <p:cNvCxnSpPr>
            <a:stCxn id="72" idx="3"/>
            <a:endCxn id="81" idx="1"/>
          </p:cNvCxnSpPr>
          <p:nvPr/>
        </p:nvCxnSpPr>
        <p:spPr>
          <a:xfrm>
            <a:off x="6706168" y="5076158"/>
            <a:ext cx="589947" cy="8131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38"/>
          <p:cNvSpPr txBox="1"/>
          <p:nvPr/>
        </p:nvSpPr>
        <p:spPr>
          <a:xfrm>
            <a:off x="7088326" y="67312"/>
            <a:ext cx="499795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(4) mov dx, [bx]</a:t>
            </a:r>
            <a:endParaRPr lang="zh-CN" altLang="en-US" sz="1400" dirty="0"/>
          </a:p>
          <a:p>
            <a:r>
              <a:rPr lang="zh-CN" altLang="en-US" sz="1400" dirty="0"/>
              <a:t>源操作数寻址方式：寄存器间接寻址（内存地址由 BX 给出）</a:t>
            </a:r>
            <a:endParaRPr lang="zh-CN" altLang="en-US" sz="1400" dirty="0"/>
          </a:p>
          <a:p>
            <a:r>
              <a:rPr lang="zh-CN" altLang="en-US" sz="1400" dirty="0"/>
              <a:t>有效地址 EA：EA = BX = 2000H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zh-CN" altLang="en-US" sz="1400" dirty="0"/>
              <a:t>(5) mov dx, [bx+1234h]</a:t>
            </a:r>
            <a:endParaRPr lang="zh-CN" altLang="en-US" sz="1400" dirty="0"/>
          </a:p>
          <a:p>
            <a:r>
              <a:rPr lang="zh-CN" altLang="en-US" sz="1400" dirty="0"/>
              <a:t>源操作数寻址方式：寄存器相对寻址（基址寄存器 BX 加上位移量 1234H）</a:t>
            </a:r>
            <a:endParaRPr lang="zh-CN" altLang="en-US" sz="1400" dirty="0"/>
          </a:p>
          <a:p>
            <a:r>
              <a:rPr lang="zh-CN" altLang="en-US" sz="1400" dirty="0"/>
              <a:t>有效地址 EA：EA = BX + 1234H = 2000H + 1234H = 3234H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zh-CN" altLang="en-US" sz="1400" dirty="0"/>
              <a:t>(6) mov dx, [bx+di]</a:t>
            </a:r>
            <a:endParaRPr lang="zh-CN" altLang="en-US" sz="1400" dirty="0"/>
          </a:p>
          <a:p>
            <a:r>
              <a:rPr lang="zh-CN" altLang="en-US" sz="1400" dirty="0"/>
              <a:t>源操作数寻址方式：基址变址寻址（基址寄存器 BX 加变址寄存器 DI）</a:t>
            </a:r>
            <a:endParaRPr lang="zh-CN" altLang="en-US" sz="1400" dirty="0"/>
          </a:p>
          <a:p>
            <a:r>
              <a:rPr lang="zh-CN" altLang="en-US" sz="1400" dirty="0"/>
              <a:t>有效地址 EA：EA = BX + DI = 2000H + 40H = 2040H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zh-CN" altLang="en-US" sz="1400" dirty="0"/>
              <a:t>(7) mov dx, [bx+di+1234h]</a:t>
            </a:r>
            <a:endParaRPr lang="zh-CN" altLang="en-US" sz="1400" dirty="0"/>
          </a:p>
          <a:p>
            <a:r>
              <a:rPr lang="zh-CN" altLang="en-US" sz="1400" dirty="0"/>
              <a:t>源操作数寻址方式：相对基址变址寻址（基址 + 变址 + 位移量）</a:t>
            </a:r>
            <a:endParaRPr lang="zh-CN" altLang="en-US" sz="1400" dirty="0"/>
          </a:p>
          <a:p>
            <a:r>
              <a:rPr lang="zh-CN" altLang="en-US" sz="1400" dirty="0"/>
              <a:t>有效地址 EA：EA = BX + DI + 1234H = 2000H + 40H + 1234H = 3274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1" y="150631"/>
            <a:ext cx="7138527" cy="2082391"/>
          </a:xfrm>
          <a:prstGeom prst="rect">
            <a:avLst/>
          </a:prstGeom>
        </p:spPr>
      </p:pic>
      <p:pic>
        <p:nvPicPr>
          <p:cNvPr id="86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92" y="4850683"/>
            <a:ext cx="8405834" cy="415103"/>
          </a:xfrm>
          <a:prstGeom prst="rect">
            <a:avLst/>
          </a:prstGeom>
        </p:spPr>
      </p:pic>
      <p:pic>
        <p:nvPicPr>
          <p:cNvPr id="87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92" y="5363282"/>
            <a:ext cx="7645678" cy="1021985"/>
          </a:xfrm>
          <a:prstGeom prst="rect">
            <a:avLst/>
          </a:prstGeom>
        </p:spPr>
      </p:pic>
      <p:sp>
        <p:nvSpPr>
          <p:cNvPr id="88" name="文本框 13"/>
          <p:cNvSpPr txBox="1"/>
          <p:nvPr/>
        </p:nvSpPr>
        <p:spPr>
          <a:xfrm>
            <a:off x="2513392" y="881915"/>
            <a:ext cx="967860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8086CPU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根数据线和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根地址线，既能处理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位数据，也能处理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位数据，可寻址的地址空间为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；</a:t>
            </a:r>
            <a:endParaRPr lang="en-US" altLang="zh-CN" sz="1400" b="1" dirty="0"/>
          </a:p>
          <a:p>
            <a:r>
              <a:rPr lang="zh-CN" altLang="en-US" sz="1400" b="1" dirty="0"/>
              <a:t>所以地址有</a:t>
            </a:r>
            <a:r>
              <a:rPr lang="en-US" altLang="zh-CN" sz="1400" b="1" dirty="0"/>
              <a:t>20bit</a:t>
            </a:r>
            <a:r>
              <a:rPr lang="zh-CN" altLang="en-US" sz="1400" b="1" dirty="0"/>
              <a:t>，地址每四位为一组，用</a:t>
            </a:r>
            <a:r>
              <a:rPr lang="en-US" altLang="zh-CN" sz="1400" b="1" dirty="0"/>
              <a:t>BCD</a:t>
            </a:r>
            <a:r>
              <a:rPr lang="zh-CN" altLang="en-US" sz="1400" b="1" dirty="0"/>
              <a:t>码表示（</a:t>
            </a:r>
            <a:r>
              <a:rPr lang="en-US" altLang="zh-CN" sz="1400" b="1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00000~FFFFFH</a:t>
            </a:r>
            <a:r>
              <a:rPr lang="zh-CN" altLang="en-US" sz="1400" b="1" dirty="0"/>
              <a:t>），所以地址有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[20100H]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/>
              <a:t>计算方法为：</a:t>
            </a:r>
            <a:r>
              <a:rPr lang="zh-CN" altLang="en-US" sz="1400" b="1" dirty="0">
                <a:solidFill>
                  <a:srgbClr val="FF0000"/>
                </a:solidFill>
              </a:rPr>
              <a:t>实际物理地址 </a:t>
            </a:r>
            <a:r>
              <a:rPr lang="en-US" altLang="zh-CN" sz="1400" b="1" dirty="0">
                <a:solidFill>
                  <a:srgbClr val="FF0000"/>
                </a:solidFill>
              </a:rPr>
              <a:t>= </a:t>
            </a:r>
            <a:r>
              <a:rPr lang="zh-CN" altLang="en-US" sz="1400" b="1" dirty="0">
                <a:solidFill>
                  <a:srgbClr val="FF0000"/>
                </a:solidFill>
              </a:rPr>
              <a:t>段地址 * </a:t>
            </a:r>
            <a:r>
              <a:rPr lang="en-US" altLang="zh-CN" sz="1400" b="1" dirty="0">
                <a:solidFill>
                  <a:srgbClr val="FF0000"/>
                </a:solidFill>
              </a:rPr>
              <a:t>16 + </a:t>
            </a:r>
            <a:r>
              <a:rPr lang="zh-CN" altLang="en-US" sz="1400" b="1" dirty="0">
                <a:solidFill>
                  <a:srgbClr val="FF0000"/>
                </a:solidFill>
              </a:rPr>
              <a:t>偏移量</a:t>
            </a:r>
            <a:r>
              <a:rPr lang="zh-CN" altLang="en-US" sz="1400" b="1" dirty="0"/>
              <a:t>；</a:t>
            </a: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/>
              <a:t>内存和寄存器中的数据都是直接存储数据的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进制形式（</a:t>
            </a:r>
            <a:r>
              <a:rPr lang="en-US" altLang="zh-CN" sz="1400" b="1" dirty="0"/>
              <a:t>1200H-&gt;1200, 20-&gt;0014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/>
              <a:t>DS</a:t>
            </a:r>
            <a:r>
              <a:rPr lang="zh-CN" altLang="en-US" sz="1400" b="1" dirty="0"/>
              <a:t>寄存器中存储的是段地址，所以在计算实际物理地址的时候用寄存器的值乘以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，因为寄存器里面存储的是数的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进制，所以乘以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相当于将寄存器里面原先的值左移一位。</a:t>
            </a: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/>
              <a:t>内存</a:t>
            </a:r>
            <a:r>
              <a:rPr lang="en-US" altLang="zh-CN" sz="1400" b="1" dirty="0"/>
              <a:t>-&gt;</a:t>
            </a:r>
            <a:r>
              <a:rPr lang="zh-CN" altLang="en-US" sz="1400" b="1" dirty="0"/>
              <a:t>寄存器：高对高，低对低</a:t>
            </a: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/>
              <a:t>数据位宽要对齐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1200H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0100H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4C2AH</a:t>
            </a:r>
            <a:r>
              <a:rPr lang="zh-CN" altLang="en-US" sz="1400" b="1" dirty="0"/>
              <a:t>（实际物理地址：</a:t>
            </a:r>
            <a:r>
              <a:rPr lang="en-US" altLang="zh-CN" sz="1400" b="1" dirty="0"/>
              <a:t>2000H*16+1200H=20000H+1200H=21200H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3412H</a:t>
            </a:r>
            <a:r>
              <a:rPr lang="zh-CN" altLang="en-US" sz="1400" b="1" dirty="0"/>
              <a:t>（实际物理地址：</a:t>
            </a:r>
            <a:r>
              <a:rPr lang="en-US" altLang="zh-CN" sz="1400" b="1" dirty="0"/>
              <a:t>2000H*16+0100H=20000H+0100H=20100H 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4C2AH</a:t>
            </a:r>
            <a:r>
              <a:rPr lang="zh-CN" altLang="en-US" sz="1400" b="1" dirty="0"/>
              <a:t>（实际物理地址：</a:t>
            </a:r>
            <a:r>
              <a:rPr lang="en-US" altLang="zh-CN" sz="1400" b="1" dirty="0"/>
              <a:t>2000H*16+(0100H+1100H)=20000H+1200H=21200H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7856H</a:t>
            </a:r>
            <a:r>
              <a:rPr lang="zh-CN" altLang="en-US" sz="1400" b="1" dirty="0"/>
              <a:t>（实际物理地址：</a:t>
            </a:r>
            <a:r>
              <a:rPr lang="en-US" altLang="zh-CN" sz="1400" b="1" dirty="0"/>
              <a:t>2000H*16+(0100H+0002H)=20000H+0102H=20102H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65B7H</a:t>
            </a:r>
            <a:r>
              <a:rPr lang="zh-CN" altLang="en-US" sz="1400" b="1" dirty="0"/>
              <a:t>（实际物理地址：</a:t>
            </a:r>
            <a:r>
              <a:rPr lang="en-US" altLang="zh-CN" sz="1400" b="1" dirty="0"/>
              <a:t>2000H*16+(0100H+0002H+1100H)=20000H+0102H=21202H</a:t>
            </a:r>
            <a:r>
              <a:rPr lang="zh-CN" altLang="en-US" sz="1400" b="1" dirty="0"/>
              <a:t>）</a:t>
            </a:r>
            <a:r>
              <a:rPr lang="zh-CN" altLang="en-US" sz="1100" b="1" dirty="0"/>
              <a:t>用两个寄存器存储偏移量</a:t>
            </a:r>
            <a:endParaRPr lang="zh-CN" altLang="en-US" sz="1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9403"/>
            <a:ext cx="5570971" cy="1552188"/>
          </a:xfrm>
          <a:prstGeom prst="rect">
            <a:avLst/>
          </a:prstGeom>
        </p:spPr>
      </p:pic>
      <p:pic>
        <p:nvPicPr>
          <p:cNvPr id="91" name="图片 6"/>
          <p:cNvPicPr>
            <a:picLocks noChangeAspect="1"/>
          </p:cNvPicPr>
          <p:nvPr/>
        </p:nvPicPr>
        <p:blipFill>
          <a:blip r:embed="rId2"/>
          <a:srcRect l="7461" r="15547" b="10377"/>
          <a:stretch>
            <a:fillRect/>
          </a:stretch>
        </p:blipFill>
        <p:spPr>
          <a:xfrm>
            <a:off x="6096000" y="0"/>
            <a:ext cx="4762500" cy="2413000"/>
          </a:xfrm>
          <a:prstGeom prst="rect">
            <a:avLst/>
          </a:prstGeom>
        </p:spPr>
      </p:pic>
      <p:sp>
        <p:nvSpPr>
          <p:cNvPr id="92" name="文本框 1"/>
          <p:cNvSpPr txBox="1"/>
          <p:nvPr/>
        </p:nvSpPr>
        <p:spPr>
          <a:xfrm>
            <a:off x="0" y="2553970"/>
            <a:ext cx="12090400" cy="4415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-apple-system"/>
              </a:rPr>
              <a:t>CF</a:t>
            </a:r>
            <a:r>
              <a:rPr lang="zh-CN" altLang="en-US" b="1" dirty="0">
                <a:latin typeface="-apple-system"/>
              </a:rPr>
              <a:t>：可以直接用二进制加减法进行直接加减，看是否有向更高位进位或借位（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注意</a:t>
            </a:r>
            <a:r>
              <a:rPr lang="en-US" altLang="zh-CN" b="1" dirty="0">
                <a:solidFill>
                  <a:srgbClr val="FF0000"/>
                </a:solidFill>
                <a:latin typeface="-apple-system"/>
              </a:rPr>
              <a:t>INC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和</a:t>
            </a:r>
            <a:r>
              <a:rPr lang="en-US" altLang="zh-CN" b="1" dirty="0">
                <a:solidFill>
                  <a:srgbClr val="FF0000"/>
                </a:solidFill>
                <a:latin typeface="-apple-system"/>
              </a:rPr>
              <a:t>DEC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指令不影响</a:t>
            </a:r>
            <a:r>
              <a:rPr lang="en-US" altLang="zh-CN" b="1" dirty="0">
                <a:solidFill>
                  <a:srgbClr val="FF0000"/>
                </a:solidFill>
                <a:latin typeface="-apple-system"/>
              </a:rPr>
              <a:t>CF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标志位</a:t>
            </a:r>
            <a:r>
              <a:rPr lang="zh-CN" altLang="en-US" b="1" dirty="0">
                <a:latin typeface="-apple-system"/>
              </a:rPr>
              <a:t>）</a:t>
            </a:r>
            <a:endParaRPr lang="en-US" altLang="zh-CN" b="1" dirty="0"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-apple-system"/>
              </a:rPr>
              <a:t>ZF</a:t>
            </a:r>
            <a:r>
              <a:rPr lang="zh-CN" altLang="en-US" b="1" dirty="0">
                <a:latin typeface="-apple-system"/>
              </a:rPr>
              <a:t>：直接看最后结果是否为</a:t>
            </a:r>
            <a:r>
              <a:rPr lang="en-US" altLang="zh-CN" b="1" dirty="0">
                <a:latin typeface="-apple-system"/>
              </a:rPr>
              <a:t>0</a:t>
            </a:r>
            <a:endParaRPr lang="en-US" altLang="zh-CN" b="1" dirty="0"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-apple-system"/>
              </a:rPr>
              <a:t>SF</a:t>
            </a:r>
            <a:r>
              <a:rPr lang="zh-CN" altLang="en-US" b="1" dirty="0">
                <a:latin typeface="-apple-system"/>
              </a:rPr>
              <a:t>：符号位，直接看结果的最高位。</a:t>
            </a:r>
            <a:endParaRPr lang="en-US" altLang="zh-CN" b="1" dirty="0"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-apple-system"/>
              </a:rPr>
              <a:t>OF</a:t>
            </a:r>
            <a:r>
              <a:rPr lang="zh-CN" altLang="en-US" b="1" dirty="0">
                <a:latin typeface="-apple-system"/>
              </a:rPr>
              <a:t>：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有符号运算</a:t>
            </a:r>
            <a:r>
              <a:rPr lang="zh-CN" altLang="en-US" b="1" dirty="0">
                <a:latin typeface="-apple-system"/>
              </a:rPr>
              <a:t>，如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结果超过了机器所能表示的范围</a:t>
            </a:r>
            <a:r>
              <a:rPr lang="zh-CN" altLang="en-US" b="1" dirty="0">
                <a:latin typeface="-apple-system"/>
              </a:rPr>
              <a:t>称为溢出。判断</a:t>
            </a:r>
            <a:r>
              <a:rPr lang="en-US" altLang="zh-CN" b="1" dirty="0">
                <a:latin typeface="-apple-system"/>
              </a:rPr>
              <a:t>OF</a:t>
            </a:r>
            <a:r>
              <a:rPr lang="zh-CN" altLang="en-US" b="1" dirty="0">
                <a:latin typeface="-apple-system"/>
              </a:rPr>
              <a:t>时，默认为有符号运算，先把数值换成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补码形式</a:t>
            </a:r>
            <a:r>
              <a:rPr lang="zh-CN" altLang="en-US" b="1" dirty="0">
                <a:latin typeface="-apple-system"/>
              </a:rPr>
              <a:t>，看补码的数值是否在</a:t>
            </a:r>
            <a:r>
              <a:rPr lang="en-US" altLang="zh-CN" b="1" dirty="0">
                <a:solidFill>
                  <a:srgbClr val="FF0000"/>
                </a:solidFill>
                <a:latin typeface="-apple-system"/>
              </a:rPr>
              <a:t>[-128,+127]</a:t>
            </a:r>
            <a:r>
              <a:rPr lang="zh-CN" altLang="en-US" b="1" dirty="0">
                <a:latin typeface="-apple-system"/>
              </a:rPr>
              <a:t>范围之内，如果数值不在这个范围（表示溢出），</a:t>
            </a:r>
            <a:r>
              <a:rPr lang="en-US" altLang="zh-CN" b="1" dirty="0">
                <a:latin typeface="-apple-system"/>
              </a:rPr>
              <a:t>OF=1</a:t>
            </a:r>
            <a:r>
              <a:rPr lang="zh-CN" altLang="en-US" b="1" dirty="0">
                <a:latin typeface="-apple-system"/>
              </a:rPr>
              <a:t>。若是</a:t>
            </a:r>
            <a:r>
              <a:rPr lang="en-US" altLang="zh-CN" b="1" dirty="0">
                <a:latin typeface="-apple-system"/>
              </a:rPr>
              <a:t>A+B</a:t>
            </a:r>
            <a:r>
              <a:rPr lang="zh-CN" altLang="en-US" b="1" dirty="0">
                <a:latin typeface="-apple-system"/>
              </a:rPr>
              <a:t>可以直接</a:t>
            </a:r>
            <a:r>
              <a:rPr lang="en-US" altLang="zh-CN" b="1" dirty="0">
                <a:latin typeface="-apple-system"/>
              </a:rPr>
              <a:t>[A]</a:t>
            </a:r>
            <a:r>
              <a:rPr lang="zh-CN" altLang="en-US" b="1" dirty="0">
                <a:latin typeface="-apple-system"/>
              </a:rPr>
              <a:t>补</a:t>
            </a:r>
            <a:r>
              <a:rPr lang="en-US" altLang="zh-CN" b="1" dirty="0">
                <a:latin typeface="-apple-system"/>
              </a:rPr>
              <a:t>+[B]</a:t>
            </a:r>
            <a:r>
              <a:rPr lang="zh-CN" altLang="en-US" b="1" dirty="0">
                <a:latin typeface="-apple-system"/>
              </a:rPr>
              <a:t>补，若是</a:t>
            </a:r>
            <a:r>
              <a:rPr lang="en-US" altLang="zh-CN" b="1" dirty="0">
                <a:latin typeface="-apple-system"/>
              </a:rPr>
              <a:t>A-B</a:t>
            </a:r>
            <a:r>
              <a:rPr lang="zh-CN" altLang="en-US" b="1" dirty="0">
                <a:latin typeface="-apple-system"/>
              </a:rPr>
              <a:t>，可以转化为</a:t>
            </a:r>
            <a:r>
              <a:rPr lang="en-US" altLang="zh-CN" b="1" dirty="0">
                <a:latin typeface="-apple-system"/>
              </a:rPr>
              <a:t>[A]</a:t>
            </a:r>
            <a:r>
              <a:rPr lang="zh-CN" altLang="en-US" b="1" dirty="0">
                <a:latin typeface="-apple-system"/>
              </a:rPr>
              <a:t>补</a:t>
            </a:r>
            <a:r>
              <a:rPr lang="en-US" altLang="zh-CN" b="1" dirty="0">
                <a:latin typeface="-apple-system"/>
              </a:rPr>
              <a:t>+[-B]</a:t>
            </a:r>
            <a:r>
              <a:rPr lang="zh-CN" altLang="en-US" b="1" dirty="0">
                <a:latin typeface="-apple-system"/>
              </a:rPr>
              <a:t>补，再看相加时，数据位高位和符号位高位的进位情况是否一致。</a:t>
            </a:r>
            <a:endParaRPr lang="en-US" altLang="zh-CN" b="1" dirty="0"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-apple-system"/>
              </a:rPr>
              <a:t>PF</a:t>
            </a:r>
            <a:r>
              <a:rPr lang="zh-CN" altLang="en-US" b="1" dirty="0">
                <a:latin typeface="-apple-system"/>
              </a:rPr>
              <a:t>：指令执行后，其结果的二进制表示中</a:t>
            </a:r>
            <a:r>
              <a:rPr lang="en-US" altLang="zh-CN" b="1" dirty="0">
                <a:solidFill>
                  <a:srgbClr val="FF0000"/>
                </a:solidFill>
                <a:latin typeface="-apple-system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的个数是否为偶数</a:t>
            </a:r>
            <a:r>
              <a:rPr lang="zh-CN" altLang="en-US" b="1" dirty="0">
                <a:latin typeface="-apple-system"/>
              </a:rPr>
              <a:t>，若</a:t>
            </a:r>
            <a:r>
              <a:rPr lang="en-US" altLang="zh-CN" b="1" dirty="0">
                <a:latin typeface="-apple-system"/>
              </a:rPr>
              <a:t>1</a:t>
            </a:r>
            <a:r>
              <a:rPr lang="zh-CN" altLang="en-US" b="1" dirty="0">
                <a:latin typeface="-apple-system"/>
              </a:rPr>
              <a:t>的个数为偶数，</a:t>
            </a:r>
            <a:r>
              <a:rPr lang="en-US" altLang="zh-CN" b="1" dirty="0">
                <a:latin typeface="-apple-system"/>
              </a:rPr>
              <a:t>PF=1</a:t>
            </a:r>
            <a:r>
              <a:rPr lang="zh-CN" altLang="en-US" b="1" dirty="0">
                <a:latin typeface="-apple-system"/>
              </a:rPr>
              <a:t>；若</a:t>
            </a:r>
            <a:r>
              <a:rPr lang="en-US" altLang="zh-CN" b="1" dirty="0">
                <a:latin typeface="-apple-system"/>
              </a:rPr>
              <a:t>1</a:t>
            </a:r>
            <a:r>
              <a:rPr lang="zh-CN" altLang="en-US" b="1" dirty="0">
                <a:latin typeface="-apple-system"/>
              </a:rPr>
              <a:t>的个数为奇数，</a:t>
            </a:r>
            <a:r>
              <a:rPr lang="en-US" altLang="zh-CN" b="1" dirty="0">
                <a:latin typeface="-apple-system"/>
              </a:rPr>
              <a:t>PF=0</a:t>
            </a:r>
            <a:r>
              <a:rPr lang="zh-CN" altLang="en-US" b="1" dirty="0">
                <a:latin typeface="-apple-system"/>
              </a:rPr>
              <a:t>。</a:t>
            </a:r>
            <a:endParaRPr lang="en-US" altLang="zh-CN" b="1" dirty="0">
              <a:latin typeface="-apple-system"/>
            </a:endParaRPr>
          </a:p>
          <a:p>
            <a:endParaRPr lang="en-US" altLang="zh-CN" b="1" dirty="0">
              <a:latin typeface="-apple-system"/>
            </a:endParaRPr>
          </a:p>
          <a:p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0774"/>
            <a:ext cx="7061686" cy="2113127"/>
          </a:xfrm>
          <a:prstGeom prst="rect">
            <a:avLst/>
          </a:prstGeom>
        </p:spPr>
      </p:pic>
      <p:pic>
        <p:nvPicPr>
          <p:cNvPr id="9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4298"/>
            <a:ext cx="7491996" cy="983565"/>
          </a:xfrm>
          <a:prstGeom prst="rect">
            <a:avLst/>
          </a:prstGeom>
        </p:spPr>
      </p:pic>
      <p:pic>
        <p:nvPicPr>
          <p:cNvPr id="98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9835"/>
            <a:ext cx="6931057" cy="1060406"/>
          </a:xfrm>
          <a:prstGeom prst="rect">
            <a:avLst/>
          </a:prstGeom>
        </p:spPr>
      </p:pic>
      <p:pic>
        <p:nvPicPr>
          <p:cNvPr id="99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36" y="4760241"/>
            <a:ext cx="7699466" cy="2097759"/>
          </a:xfrm>
          <a:prstGeom prst="rect">
            <a:avLst/>
          </a:prstGeom>
        </p:spPr>
      </p:pic>
      <p:sp>
        <p:nvSpPr>
          <p:cNvPr id="100" name="文本框 1"/>
          <p:cNvSpPr txBox="1"/>
          <p:nvPr/>
        </p:nvSpPr>
        <p:spPr>
          <a:xfrm>
            <a:off x="7491996" y="546100"/>
            <a:ext cx="42809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-apple-system"/>
              </a:rPr>
              <a:t>（</a:t>
            </a:r>
            <a:r>
              <a:rPr lang="en-US" altLang="zh-CN" b="1" dirty="0">
                <a:latin typeface="-apple-system"/>
              </a:rPr>
              <a:t>2</a:t>
            </a:r>
            <a:r>
              <a:rPr lang="zh-CN" altLang="en-US" b="1" dirty="0">
                <a:latin typeface="-apple-system"/>
              </a:rPr>
              <a:t>）基址变址寻址：</a:t>
            </a:r>
            <a:endParaRPr lang="en-US" altLang="zh-CN" b="1" dirty="0">
              <a:latin typeface="-apple-system"/>
            </a:endParaRPr>
          </a:p>
          <a:p>
            <a:r>
              <a:rPr lang="en-US" altLang="zh-CN" b="1" dirty="0">
                <a:latin typeface="-apple-system"/>
              </a:rPr>
              <a:t>[</a:t>
            </a:r>
            <a:r>
              <a:rPr lang="zh-CN" altLang="en-US" b="1" dirty="0">
                <a:latin typeface="-apple-system"/>
              </a:rPr>
              <a:t>基址寄存器 BX </a:t>
            </a:r>
            <a:r>
              <a:rPr lang="en-US" altLang="zh-CN" b="1" dirty="0">
                <a:latin typeface="-apple-system"/>
              </a:rPr>
              <a:t>+</a:t>
            </a:r>
            <a:r>
              <a:rPr lang="zh-CN" altLang="en-US" b="1" dirty="0">
                <a:latin typeface="-apple-system"/>
              </a:rPr>
              <a:t>变址寄存器 </a:t>
            </a:r>
            <a:r>
              <a:rPr lang="en-US" altLang="zh-CN" b="1" dirty="0">
                <a:latin typeface="-apple-system"/>
              </a:rPr>
              <a:t>S</a:t>
            </a:r>
            <a:r>
              <a:rPr lang="zh-CN" altLang="en-US" b="1" dirty="0">
                <a:latin typeface="-apple-system"/>
              </a:rPr>
              <a:t>I</a:t>
            </a:r>
            <a:r>
              <a:rPr lang="en-US" altLang="zh-CN" b="1" dirty="0">
                <a:latin typeface="-apple-system"/>
              </a:rPr>
              <a:t>]</a:t>
            </a:r>
            <a:endParaRPr lang="zh-CN" altLang="en-US" b="1" dirty="0">
              <a:latin typeface="-apple-system"/>
            </a:endParaRPr>
          </a:p>
          <a:p>
            <a:endParaRPr lang="en-US" altLang="zh-CN" b="1" dirty="0">
              <a:latin typeface="-apple-system"/>
            </a:endParaRPr>
          </a:p>
          <a:p>
            <a:endParaRPr lang="en-US" altLang="zh-CN" b="1" dirty="0">
              <a:latin typeface="-apple-system"/>
            </a:endParaRPr>
          </a:p>
          <a:p>
            <a:r>
              <a:rPr lang="zh-CN" altLang="en-US" b="1" dirty="0">
                <a:latin typeface="-apple-system"/>
              </a:rPr>
              <a:t>（</a:t>
            </a:r>
            <a:r>
              <a:rPr lang="en-US" altLang="zh-CN" b="1" dirty="0">
                <a:latin typeface="-apple-system"/>
              </a:rPr>
              <a:t>4</a:t>
            </a:r>
            <a:r>
              <a:rPr lang="zh-CN" altLang="en-US" b="1" dirty="0">
                <a:latin typeface="-apple-system"/>
              </a:rPr>
              <a:t>）因为后面的常数有</a:t>
            </a:r>
            <a:r>
              <a:rPr lang="en-US" altLang="zh-CN" b="1" dirty="0">
                <a:latin typeface="-apple-system"/>
              </a:rPr>
              <a:t>16</a:t>
            </a:r>
            <a:r>
              <a:rPr lang="zh-CN" altLang="en-US" b="1" dirty="0">
                <a:latin typeface="-apple-system"/>
              </a:rPr>
              <a:t>位（</a:t>
            </a:r>
            <a:r>
              <a:rPr lang="en-US" altLang="zh-CN" b="1" dirty="0">
                <a:latin typeface="-apple-system"/>
              </a:rPr>
              <a:t>2 </a:t>
            </a:r>
            <a:r>
              <a:rPr lang="zh-CN" altLang="en-US" b="1" dirty="0">
                <a:latin typeface="-apple-system"/>
              </a:rPr>
              <a:t>字节），所以这里使用</a:t>
            </a:r>
            <a:r>
              <a:rPr lang="en-US" altLang="zh-CN" b="1" dirty="0">
                <a:latin typeface="-apple-system"/>
              </a:rPr>
              <a:t>WORD PTR</a:t>
            </a:r>
            <a:r>
              <a:rPr lang="zh-CN" altLang="en-US" b="1" dirty="0">
                <a:latin typeface="-apple-system"/>
              </a:rPr>
              <a:t>表示目标操作数是一个 </a:t>
            </a:r>
            <a:r>
              <a:rPr lang="en-US" altLang="zh-CN" b="1" dirty="0">
                <a:latin typeface="-apple-system"/>
              </a:rPr>
              <a:t>16 </a:t>
            </a:r>
            <a:r>
              <a:rPr lang="zh-CN" altLang="en-US" b="1" dirty="0">
                <a:latin typeface="-apple-system"/>
              </a:rPr>
              <a:t>位（</a:t>
            </a:r>
            <a:r>
              <a:rPr lang="en-US" altLang="zh-CN" b="1" dirty="0">
                <a:latin typeface="-apple-system"/>
              </a:rPr>
              <a:t>2 </a:t>
            </a:r>
            <a:r>
              <a:rPr lang="zh-CN" altLang="en-US" b="1" dirty="0">
                <a:latin typeface="-apple-system"/>
              </a:rPr>
              <a:t>字节）数据，指示要操作存储器中</a:t>
            </a:r>
            <a:r>
              <a:rPr lang="en-US" altLang="zh-CN" b="1" dirty="0">
                <a:latin typeface="-apple-system"/>
              </a:rPr>
              <a:t>2</a:t>
            </a:r>
            <a:r>
              <a:rPr lang="zh-CN" altLang="en-US" b="1" dirty="0">
                <a:latin typeface="-apple-system"/>
              </a:rPr>
              <a:t>字节的数据。</a:t>
            </a:r>
            <a:endParaRPr lang="en-US" altLang="zh-CN" b="1" dirty="0">
              <a:latin typeface="-apple-system"/>
            </a:endParaRPr>
          </a:p>
        </p:txBody>
      </p:sp>
      <p:sp>
        <p:nvSpPr>
          <p:cNvPr id="101" name="文本框 2"/>
          <p:cNvSpPr txBox="1"/>
          <p:nvPr/>
        </p:nvSpPr>
        <p:spPr>
          <a:xfrm>
            <a:off x="7061686" y="4575575"/>
            <a:ext cx="428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实际物理地址 </a:t>
            </a:r>
            <a:r>
              <a:rPr lang="en-US" altLang="zh-CN" b="1" dirty="0">
                <a:solidFill>
                  <a:srgbClr val="FF0000"/>
                </a:solidFill>
              </a:rPr>
              <a:t>= </a:t>
            </a:r>
            <a:r>
              <a:rPr lang="zh-CN" altLang="en-US" b="1" dirty="0">
                <a:solidFill>
                  <a:srgbClr val="FF0000"/>
                </a:solidFill>
              </a:rPr>
              <a:t>段地址 * </a:t>
            </a:r>
            <a:r>
              <a:rPr lang="en-US" altLang="zh-CN" b="1" dirty="0">
                <a:solidFill>
                  <a:srgbClr val="FF0000"/>
                </a:solidFill>
              </a:rPr>
              <a:t>16 + </a:t>
            </a:r>
            <a:r>
              <a:rPr lang="zh-CN" altLang="en-US" b="1" dirty="0">
                <a:solidFill>
                  <a:srgbClr val="FF0000"/>
                </a:solidFill>
              </a:rPr>
              <a:t>偏移量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" name="墨迹 0"/>
              <p14:cNvContentPartPr/>
              <p14:nvPr/>
            </p14:nvContentPartPr>
            <p14:xfrm>
              <a:off x="4191000" y="6343650"/>
              <a:ext cx="247650" cy="461645"/>
            </p14:xfrm>
          </p:contentPart>
        </mc:Choice>
        <mc:Fallback xmlns="">
          <p:pic>
            <p:nvPicPr>
              <p:cNvPr id="1" name="墨迹 0"/>
            </p:nvPicPr>
            <p:blipFill>
              <a:blip r:embed="rId6"/>
            </p:blipFill>
            <p:spPr>
              <a:xfrm>
                <a:off x="4191000" y="6343650"/>
                <a:ext cx="247650" cy="461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" name="墨迹 1"/>
              <p14:cNvContentPartPr/>
              <p14:nvPr/>
            </p14:nvContentPartPr>
            <p14:xfrm>
              <a:off x="4076700" y="6376670"/>
              <a:ext cx="323850" cy="27178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8"/>
            </p:blipFill>
            <p:spPr>
              <a:xfrm>
                <a:off x="4076700" y="6376670"/>
                <a:ext cx="323850" cy="271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" name="墨迹 2"/>
              <p14:cNvContentPartPr/>
              <p14:nvPr/>
            </p14:nvContentPartPr>
            <p14:xfrm>
              <a:off x="1547495" y="6324600"/>
              <a:ext cx="243205" cy="17145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10"/>
            </p:blipFill>
            <p:spPr>
              <a:xfrm>
                <a:off x="1547495" y="6324600"/>
                <a:ext cx="243205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4" name="墨迹 3"/>
              <p14:cNvContentPartPr/>
              <p14:nvPr/>
            </p14:nvContentPartPr>
            <p14:xfrm>
              <a:off x="1514475" y="6276975"/>
              <a:ext cx="228600" cy="19494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12"/>
            </p:blipFill>
            <p:spPr>
              <a:xfrm>
                <a:off x="1514475" y="6276975"/>
                <a:ext cx="228600" cy="1949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5" name="墨迹 4"/>
              <p14:cNvContentPartPr/>
              <p14:nvPr/>
            </p14:nvContentPartPr>
            <p14:xfrm>
              <a:off x="4667250" y="6357620"/>
              <a:ext cx="266700" cy="14795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14"/>
            </p:blipFill>
            <p:spPr>
              <a:xfrm>
                <a:off x="4667250" y="6357620"/>
                <a:ext cx="266700" cy="1479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6" name="墨迹 5"/>
              <p14:cNvContentPartPr/>
              <p14:nvPr/>
            </p14:nvContentPartPr>
            <p14:xfrm>
              <a:off x="4890770" y="6296025"/>
              <a:ext cx="228600" cy="1524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16"/>
            </p:blipFill>
            <p:spPr>
              <a:xfrm>
                <a:off x="4890770" y="6296025"/>
                <a:ext cx="228600" cy="152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7" name="墨迹 6"/>
              <p14:cNvContentPartPr/>
              <p14:nvPr/>
            </p14:nvContentPartPr>
            <p14:xfrm>
              <a:off x="4938395" y="6309995"/>
              <a:ext cx="57150" cy="18605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8"/>
            </p:blipFill>
            <p:spPr>
              <a:xfrm>
                <a:off x="4938395" y="6309995"/>
                <a:ext cx="57150" cy="1860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8" name="墨迹 7"/>
              <p14:cNvContentPartPr/>
              <p14:nvPr/>
            </p14:nvContentPartPr>
            <p14:xfrm>
              <a:off x="5081270" y="6267450"/>
              <a:ext cx="238125" cy="24257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0"/>
            </p:blipFill>
            <p:spPr>
              <a:xfrm>
                <a:off x="5081270" y="6267450"/>
                <a:ext cx="238125" cy="2425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9" name="墨迹 8"/>
              <p14:cNvContentPartPr/>
              <p14:nvPr/>
            </p14:nvContentPartPr>
            <p14:xfrm>
              <a:off x="5172075" y="6324600"/>
              <a:ext cx="161925" cy="952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22"/>
            </p:blipFill>
            <p:spPr>
              <a:xfrm>
                <a:off x="5172075" y="6324600"/>
                <a:ext cx="16192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0" name="墨迹 9"/>
              <p14:cNvContentPartPr/>
              <p14:nvPr/>
            </p14:nvContentPartPr>
            <p14:xfrm>
              <a:off x="5386070" y="6357620"/>
              <a:ext cx="262255" cy="18605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24"/>
            </p:blipFill>
            <p:spPr>
              <a:xfrm>
                <a:off x="5386070" y="6357620"/>
                <a:ext cx="262255" cy="1860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1" name="墨迹 10"/>
              <p14:cNvContentPartPr/>
              <p14:nvPr/>
            </p14:nvContentPartPr>
            <p14:xfrm>
              <a:off x="5709920" y="6324600"/>
              <a:ext cx="62230" cy="22352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26"/>
            </p:blipFill>
            <p:spPr>
              <a:xfrm>
                <a:off x="5709920" y="6324600"/>
                <a:ext cx="62230" cy="223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2" name="墨迹 11"/>
              <p14:cNvContentPartPr/>
              <p14:nvPr/>
            </p14:nvContentPartPr>
            <p14:xfrm>
              <a:off x="5743575" y="6424295"/>
              <a:ext cx="185420" cy="1460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8"/>
            </p:blipFill>
            <p:spPr>
              <a:xfrm>
                <a:off x="5743575" y="6424295"/>
                <a:ext cx="185420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3" name="墨迹 12"/>
              <p14:cNvContentPartPr/>
              <p14:nvPr/>
            </p14:nvContentPartPr>
            <p14:xfrm>
              <a:off x="5919470" y="6329045"/>
              <a:ext cx="38100" cy="24320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30"/>
            </p:blipFill>
            <p:spPr>
              <a:xfrm>
                <a:off x="5919470" y="6329045"/>
                <a:ext cx="38100" cy="24320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226" y="261310"/>
            <a:ext cx="5486446" cy="706937"/>
          </a:xfrm>
          <a:prstGeom prst="rect">
            <a:avLst/>
          </a:prstGeom>
        </p:spPr>
      </p:pic>
      <p:sp>
        <p:nvSpPr>
          <p:cNvPr id="104" name="文本框 1"/>
          <p:cNvSpPr txBox="1"/>
          <p:nvPr/>
        </p:nvSpPr>
        <p:spPr>
          <a:xfrm>
            <a:off x="424627" y="1437532"/>
            <a:ext cx="10941874" cy="432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）内部中断：内部中断是由处理器在执行程序的过程中，由程序运行中的特定事件或异常条件自动触发的中断。</a:t>
            </a:r>
            <a:r>
              <a:rPr lang="zh-CN" altLang="en-US" b="1" dirty="0">
                <a:solidFill>
                  <a:srgbClr val="FF0000"/>
                </a:solidFill>
              </a:rPr>
              <a:t>是由于</a:t>
            </a:r>
            <a:r>
              <a:rPr lang="en-US" altLang="zh-CN" b="1" dirty="0">
                <a:solidFill>
                  <a:srgbClr val="FF0000"/>
                </a:solidFill>
              </a:rPr>
              <a:t>8086CPU</a:t>
            </a:r>
            <a:r>
              <a:rPr lang="zh-CN" altLang="en-US" b="1" dirty="0">
                <a:solidFill>
                  <a:srgbClr val="FF0000"/>
                </a:solidFill>
              </a:rPr>
              <a:t>内部执行程序引起的程序中断，</a:t>
            </a:r>
            <a:r>
              <a:rPr lang="zh-CN" altLang="en-US" b="1" dirty="0"/>
              <a:t>例如，算术运算中的错误（除</a:t>
            </a:r>
            <a:r>
              <a:rPr lang="en-US" altLang="zh-CN" b="1" dirty="0"/>
              <a:t>0</a:t>
            </a:r>
            <a:r>
              <a:rPr lang="zh-CN" altLang="en-US" b="1" dirty="0"/>
              <a:t>错误）、非法指令、系统调用等。</a:t>
            </a:r>
            <a:endParaRPr lang="en-US" altLang="zh-CN" b="1" dirty="0"/>
          </a:p>
          <a:p>
            <a:r>
              <a:rPr lang="zh-CN" altLang="en-US" b="1" dirty="0"/>
              <a:t>外部中断：外部中断是由处理器外部的硬件设备或系统环境触发的中断。</a:t>
            </a:r>
            <a:r>
              <a:rPr lang="zh-CN" altLang="en-US" b="1" dirty="0">
                <a:solidFill>
                  <a:srgbClr val="FF0000"/>
                </a:solidFill>
              </a:rPr>
              <a:t>是来自</a:t>
            </a:r>
            <a:r>
              <a:rPr lang="en-US" altLang="zh-CN" b="1" dirty="0">
                <a:solidFill>
                  <a:srgbClr val="FF0000"/>
                </a:solidFill>
              </a:rPr>
              <a:t>8086CPU</a:t>
            </a:r>
            <a:r>
              <a:rPr lang="zh-CN" altLang="en-US" b="1" dirty="0">
                <a:solidFill>
                  <a:srgbClr val="FF0000"/>
                </a:solidFill>
              </a:rPr>
              <a:t>之外的原因引起的程序中断，</a:t>
            </a:r>
            <a:r>
              <a:rPr lang="zh-CN" altLang="en-US" b="1" dirty="0"/>
              <a:t>例如，键盘输入、定时器信号、</a:t>
            </a:r>
            <a:r>
              <a:rPr lang="en-US" altLang="zh-CN" b="1" dirty="0"/>
              <a:t>I/O</a:t>
            </a:r>
            <a:r>
              <a:rPr lang="zh-CN" altLang="en-US" b="1" dirty="0"/>
              <a:t>设备完成任务时发出的中断信号。</a:t>
            </a:r>
            <a:endParaRPr lang="en-US" altLang="zh-CN" b="1" dirty="0"/>
          </a:p>
          <a:p>
            <a:r>
              <a:rPr lang="zh-CN" altLang="en-US" b="1" dirty="0"/>
              <a:t>这两个中断的主要区别在于触发来源，一个是来自处理器内部，一个是来自外部硬件或环境。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单步中断：单步中断是一种由处理器内部调试机制触发的中断，通常在启用调试模式时，每执行一条指令后自动触发中断。这种中断使程序暂停运行，允许开发人员检查寄存器、内存和程序状态，用于逐条指令地调试代码。</a:t>
            </a:r>
            <a:r>
              <a:rPr lang="zh-CN" altLang="en-US" b="1" dirty="0">
                <a:solidFill>
                  <a:srgbClr val="FF0000"/>
                </a:solidFill>
              </a:rPr>
              <a:t>若单步标志</a:t>
            </a:r>
            <a:r>
              <a:rPr lang="en-US" altLang="zh-CN" b="1" dirty="0">
                <a:solidFill>
                  <a:srgbClr val="FF0000"/>
                </a:solidFill>
              </a:rPr>
              <a:t>TF</a:t>
            </a:r>
            <a:r>
              <a:rPr lang="zh-CN" altLang="en-US" b="1" dirty="0">
                <a:solidFill>
                  <a:srgbClr val="FF0000"/>
                </a:solidFill>
              </a:rPr>
              <a:t>为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，则在每条指令执行结束后产生的中断。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断点中断：断点中断是一种通过在程序中特定位置（断点）插入指令或中断触发条件而引发的中断。当程序运行到断点时，处理器暂停执行当前程序并触发中断。</a:t>
            </a:r>
            <a:r>
              <a:rPr lang="zh-CN" altLang="en-US" b="1" dirty="0">
                <a:solidFill>
                  <a:srgbClr val="FF0000"/>
                </a:solidFill>
              </a:rPr>
              <a:t>是供调试程序使用的，它的中断类型号为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，通常调试程序时，把程序按程序的任务分成几段，然后，每段设一个段点；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两者都是调试过程中常用的工具，单步中断适用于详细检查指令执行过程，断点中断则用于快速定位和检查关键代码块。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226" y="261310"/>
            <a:ext cx="5486446" cy="706937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812800" y="1614944"/>
            <a:ext cx="101473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）除法错中断：当程序执行除法指令时，如果发生以下错误之一，处理器会触发除法错中断</a:t>
            </a:r>
            <a:r>
              <a:rPr lang="zh-CN" altLang="en-US" b="1" dirty="0">
                <a:sym typeface="Wingdings" panose="05000000000000000000" pitchFamily="2" charset="2"/>
              </a:rPr>
              <a:t>：①</a:t>
            </a:r>
            <a:r>
              <a:rPr lang="zh-CN" altLang="en-US" b="1" dirty="0">
                <a:solidFill>
                  <a:srgbClr val="FF0000"/>
                </a:solidFill>
              </a:rPr>
              <a:t>除数为零</a:t>
            </a:r>
            <a:r>
              <a:rPr lang="zh-CN" altLang="en-US" b="1" dirty="0"/>
              <a:t>（即试图进行非法的除法操作）。②</a:t>
            </a:r>
            <a:r>
              <a:rPr lang="zh-CN" altLang="en-US" b="1" dirty="0">
                <a:solidFill>
                  <a:srgbClr val="FF0000"/>
                </a:solidFill>
              </a:rPr>
              <a:t>商超过了目标寄存器所能表达的范围</a:t>
            </a:r>
            <a:r>
              <a:rPr lang="zh-CN" altLang="en-US" b="1" dirty="0"/>
              <a:t>（如整数除法的商太大，无法用寄存器存储）。溢出中断：当程序执行某些运算（如加法、乘法）时，结果超过了目标寄存器或存储单元所能表示的范围，会触发溢出中断。</a:t>
            </a:r>
            <a:r>
              <a:rPr lang="zh-CN" altLang="en-US" b="1" dirty="0">
                <a:solidFill>
                  <a:srgbClr val="FF0000"/>
                </a:solidFill>
              </a:rPr>
              <a:t>是在执行溢出中断指令</a:t>
            </a:r>
            <a:r>
              <a:rPr lang="en-US" altLang="zh-CN" b="1" dirty="0">
                <a:solidFill>
                  <a:srgbClr val="FF0000"/>
                </a:solidFill>
              </a:rPr>
              <a:t>INTO</a:t>
            </a:r>
            <a:r>
              <a:rPr lang="zh-CN" altLang="en-US" b="1" dirty="0">
                <a:solidFill>
                  <a:srgbClr val="FF0000"/>
                </a:solidFill>
              </a:rPr>
              <a:t>时，若溢出标志</a:t>
            </a:r>
            <a:r>
              <a:rPr lang="en-US" altLang="zh-CN" b="1" dirty="0">
                <a:solidFill>
                  <a:srgbClr val="FF0000"/>
                </a:solidFill>
              </a:rPr>
              <a:t>OF</a:t>
            </a:r>
            <a:r>
              <a:rPr lang="zh-CN" altLang="en-US" b="1" dirty="0">
                <a:solidFill>
                  <a:srgbClr val="FF0000"/>
                </a:solidFill>
              </a:rPr>
              <a:t>为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时产生的中断，</a:t>
            </a:r>
            <a:r>
              <a:rPr lang="zh-CN" altLang="en-US" b="1" dirty="0"/>
              <a:t>例如：在有符号整数运算中，结果超出了最大正数或最小负数范围。（</a:t>
            </a:r>
            <a:r>
              <a:rPr lang="en-US" altLang="zh-CN" b="1" dirty="0"/>
              <a:t>INTO</a:t>
            </a:r>
            <a:r>
              <a:rPr lang="zh-CN" altLang="en-US" b="1" dirty="0"/>
              <a:t>指令会检查溢出标志位（</a:t>
            </a:r>
            <a:r>
              <a:rPr lang="en-US" altLang="zh-CN" b="1" dirty="0"/>
              <a:t>OF, Overflow Flag</a:t>
            </a:r>
            <a:r>
              <a:rPr lang="zh-CN" altLang="en-US" b="1" dirty="0"/>
              <a:t>）的状态，如果溢出标志为</a:t>
            </a:r>
            <a:r>
              <a:rPr lang="en-US" altLang="zh-CN" b="1" dirty="0"/>
              <a:t>1</a:t>
            </a:r>
            <a:r>
              <a:rPr lang="zh-CN" altLang="en-US" b="1" dirty="0"/>
              <a:t>，则调用中断向量号为</a:t>
            </a:r>
            <a:r>
              <a:rPr lang="en-US" altLang="zh-CN" b="1" dirty="0"/>
              <a:t>4</a:t>
            </a:r>
            <a:r>
              <a:rPr lang="zh-CN" altLang="en-US" b="1" dirty="0"/>
              <a:t>的中断服务程序。）</a:t>
            </a:r>
            <a:endParaRPr lang="en-US" altLang="zh-CN" b="1" dirty="0"/>
          </a:p>
          <a:p>
            <a:r>
              <a:rPr lang="zh-CN" altLang="en-US" b="1" dirty="0"/>
              <a:t>两者都是内部中断，是处理器用来保证运算安全性的重要机制。</a:t>
            </a:r>
            <a:endParaRPr lang="zh-CN" altLang="en-US" b="1" dirty="0"/>
          </a:p>
          <a:p>
            <a:endParaRPr lang="en-US" altLang="zh-CN" b="1" dirty="0"/>
          </a:p>
          <a:p>
            <a:r>
              <a:rPr lang="zh-CN" altLang="en-US" b="1" dirty="0"/>
              <a:t>（</a:t>
            </a:r>
            <a:r>
              <a:rPr lang="en-US" altLang="zh-CN" b="1" dirty="0"/>
              <a:t>4</a:t>
            </a:r>
            <a:r>
              <a:rPr lang="zh-CN" altLang="en-US" b="1" dirty="0"/>
              <a:t>）中断向量号：中断向量号是用于</a:t>
            </a:r>
            <a:r>
              <a:rPr lang="zh-CN" altLang="en-US" b="1" dirty="0">
                <a:solidFill>
                  <a:srgbClr val="FF0000"/>
                </a:solidFill>
              </a:rPr>
              <a:t>标识中断类型</a:t>
            </a:r>
            <a:r>
              <a:rPr lang="zh-CN" altLang="en-US" b="1" dirty="0"/>
              <a:t>的一个编号，用作索引，指向中断向量表中的对应条目，当中断发生时，处理器根据中断向量号查找对应的中断服务程序地址。</a:t>
            </a:r>
            <a:endParaRPr lang="en-US" altLang="zh-CN" b="1" dirty="0"/>
          </a:p>
          <a:p>
            <a:r>
              <a:rPr lang="zh-CN" altLang="en-US" b="1" dirty="0"/>
              <a:t>中断向量表：中断向量表是</a:t>
            </a:r>
            <a:r>
              <a:rPr lang="zh-CN" altLang="en-US" b="1" dirty="0">
                <a:solidFill>
                  <a:srgbClr val="FF0000"/>
                </a:solidFill>
              </a:rPr>
              <a:t>中断向量号与它所对应的中断服务程序起始地址的转换表</a:t>
            </a:r>
            <a:r>
              <a:rPr lang="zh-CN" altLang="en-US" b="1" dirty="0"/>
              <a:t>。表中每个条目对应一个中断向量号，每个条目存储的是该中断类型对应的服务程序入口地址。当中断发生时，处理器通过中断向量号在该表中查找对应的服务程序地址，然后跳转到该地址处理中断。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4195"/>
            <a:ext cx="6938741" cy="18134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9933" y="2029408"/>
            <a:ext cx="11957050" cy="46164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1.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`mov byte ptr [bx], 1000`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分析：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`byte ptr`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指定了这是一个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`8`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位操作。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`8`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位无符号数的最大值是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`255`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, 有符号数是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`127`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,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`1000`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显然大了。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2.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`mov bx, offset myword[si]`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分析：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`OFFSET`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是伪指令，它是在编译（汇编）阶段计算地址的。而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`[si]`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是寄存器变址，它的值只有在程序运行阶段才知道。汇编器无法在编译时算出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`offset myword + si`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的具体数值（只能算静态地址）。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应该用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`LEA bx, myword[si]`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3.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`cmp mybyte1, mybyte2`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分析：这是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`x86`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指令集的一条铁律——双操作数指令不能同时为内存操作数。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`CPU`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无法在一条指令里直接把内存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`A`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的东西拿出来跟内存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`B`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的比，必须借助寄存器中转。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修正：先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`mov al, mybyte1`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，再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`cmp al, mybyte2`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4195"/>
            <a:ext cx="6938741" cy="181344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9933" y="2029408"/>
            <a:ext cx="11957050" cy="37973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4.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`mov al, mybyte1 + mybyte2`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分析：在汇编指令的操作数里写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`+`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，汇编器会试图在编译时计算这个表达式。但是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`mybyte1`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和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`mybyte2`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是变量，它们的值是运行时的，汇编器无法把它们“加”起来放入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`AL`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5.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`sub al, myword`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分析：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`AL`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是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`8`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位寄存器，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`myword`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是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`16`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位变量（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`WORD`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）。汇编语言要求操作数的位宽必须一致。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6.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`jnz myword`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分析：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`JNZ`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是条件跳转指令，后面应该跟一个标号，指向代码段中的某个地址。而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`myword`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是定义在数据段的一个变量。你不能跳进数据里去执行，那不是代码。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1410"/>
            <a:ext cx="5010032" cy="70693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49956" y="999708"/>
            <a:ext cx="11946516" cy="3683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/>
        </p:txBody>
      </p:sp>
      <p:sp>
        <p:nvSpPr>
          <p:cNvPr id="15" name="文本框 14"/>
          <p:cNvSpPr txBox="1"/>
          <p:nvPr/>
        </p:nvSpPr>
        <p:spPr>
          <a:xfrm>
            <a:off x="169950" y="1009706"/>
            <a:ext cx="11912600" cy="46164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语句：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`byte_var DB 'ABC',10,10h,'EF',3 DUP(-1,?,3 DUP(4))`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这是一个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`DB`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（定义字节）指令，数据按顺序一个字节一个字节地存放：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1.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`ABC`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：对应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`ASCII`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码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`41h`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,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`42h`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,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`43h`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2.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`10`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：十进制的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`10`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，对应十六进制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`0Ah`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3.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`10h`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：十六进制的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`10`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，对应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`10h`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4.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`EF`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：对应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`ASCII`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码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`45h`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,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`46h`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5.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`3 DUP(...)`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：括号里的内容重复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`3`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次。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括号内容为：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`-1 (补码 FFh)`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,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`? (无初值)`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,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`3 DUP(4)`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(即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`04h, 04h, 04h`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)。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所以单次循环的内容是：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`FFh, -, 04h, 04h, 04h`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重复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`3`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次就是把这一串写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`3`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遍。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`41h 42h 43h 0ah 10h 45h 46h ffh - 04h 04h 04h ffh - 04h 04h 04h ffh - 04h 04h 04h`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1410"/>
            <a:ext cx="5010032" cy="70693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49956" y="999708"/>
            <a:ext cx="11946516" cy="3683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/>
        </p:txBody>
      </p:sp>
      <p:sp>
        <p:nvSpPr>
          <p:cNvPr id="19" name="文本框 18"/>
          <p:cNvSpPr txBox="1"/>
          <p:nvPr/>
        </p:nvSpPr>
        <p:spPr>
          <a:xfrm>
            <a:off x="169950" y="1009706"/>
            <a:ext cx="11912600" cy="5029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语句：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`word_var DW 10h, -5, 'EF', 3 DUP(?)`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1.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`10h`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：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数值是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`0010h`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。低字节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`10h`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，高字节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`00h`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,内存存放：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`10h 00h`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2.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`-5`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：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数值是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`-5`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。转换为十六进制补码是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`FFFBh`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。低字节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`FBh`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，高字节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`FFh`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,内存存放：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`FBh FFh`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3.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`EF`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：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在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`DW`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中定义字符串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`EF`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，汇编器通常将其视为数值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`4546h`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（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`E`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的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`ASCII`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是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`45h`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，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`F`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是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`46h`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）。由于小端序，低位（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`F/46h`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）在前，高位（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`E/45h`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）在后。内存存放：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`46h 45h`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4.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`3 DUP(?)：`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  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+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重复 3 个字（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`Word`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），即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`3×2=6`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 个字节。内容都是无初值。内存存放6个横杠。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  <a:hlinkClick r:id=""/>
              </a:rPr>
              <a:t>`10h 00h FBh FFh 46h 45h - - - - - -`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8" y="193629"/>
            <a:ext cx="6931057" cy="445677"/>
          </a:xfrm>
          <a:prstGeom prst="rect">
            <a:avLst/>
          </a:prstGeom>
        </p:spPr>
      </p:pic>
      <p:pic>
        <p:nvPicPr>
          <p:cNvPr id="22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24" y="1149157"/>
            <a:ext cx="6754322" cy="1275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7503"/>
            <a:ext cx="7207684" cy="899039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22275" y="1197197"/>
            <a:ext cx="11347450" cy="52133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.data              </a:t>
            </a:r>
            <a:endParaRPr lang="en-US" sz="14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NUM EQU 5      ; 定义常量,</a:t>
            </a:r>
            <a:r>
              <a:rPr lang="zh-CN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类比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C++ </a:t>
            </a:r>
            <a:r>
              <a:rPr lang="zh-CN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中的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const</a:t>
            </a:r>
            <a:endParaRPr lang="en-US" sz="14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DATALIST DW -1, 0, 2, 5, 4, ? 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.code              ; 4. 代码段开始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.startup           ; 5. 程序入口（自动初始化DS）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MOV CX, NUM    ; 循环次数放入 CX (5次)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MOV SI, 0      ; 变址寄存器清零，指向数组开头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XOR AX, AX     ; 累加器清零</a:t>
            </a:r>
            <a:endParaRPr lang="en-US" sz="14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SUM_LOOP: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ADD AX, DATALIST[SI] ; 累加当前元素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ADD SI, 2            ; 因为是 DW (字)，所以指针必须加 2</a:t>
            </a:r>
            <a:endParaRPr lang="en-US" sz="14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LOOP SUM_LOOP        ; 循环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; 循环结束后，SI = 5 * 2 = 10，正好指向数组最后那个 ? 的位置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   MOV DATALIST[SI], AX ; 将结果存入最后一个字单元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.exit 0            </a:t>
            </a:r>
            <a:endParaRPr lang="en-US" sz="14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  <a:p>
            <a:pPr marL="0" lvl="0" indent="0" algn="l" defTabSz="914400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end               </a:t>
            </a:r>
            <a:endParaRPr lang="en-US" sz="14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58" y="183337"/>
            <a:ext cx="5378869" cy="268943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501970" y="681730"/>
            <a:ext cx="11544300" cy="55753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r>
              <a:rPr lang="en-US">
                <a:latin typeface="Courier New" panose="02070309020205020404"/>
                <a:ea typeface="Courier New" panose="02070309020205020404"/>
                <a:cs typeface="+mn-cs"/>
              </a:rPr>
              <a:t>.code
.startup
    mov ah, 01h
    int 21h     </a:t>
            </a:r>
            <a:r>
              <a:rPr lang="en-US" sz="1400">
                <a:latin typeface="Courier New" panose="02070309020205020404"/>
                <a:ea typeface="Courier New" panose="02070309020205020404"/>
                <a:cs typeface="+mn-cs"/>
              </a:rPr>
              <a:t>;</a:t>
            </a:r>
            <a:r>
              <a:rPr lang="zh-CN" sz="1400">
                <a:latin typeface="Courier New" panose="02070309020205020404"/>
                <a:ea typeface="Courier New" panose="02070309020205020404"/>
                <a:cs typeface="+mn-cs"/>
              </a:rPr>
              <a:t>按下的键（比如 'a'）的 ASCII 码，会被自动存放在 AL 寄存器 中</a:t>
            </a:r>
            <a:r>
              <a:rPr lang="en-US">
                <a:latin typeface="Courier New" panose="02070309020205020404"/>
                <a:ea typeface="Courier New" panose="02070309020205020404"/>
                <a:cs typeface="+mn-cs"/>
              </a:rPr>
              <a:t>
    cmp al, 'a'
    jb display  </a:t>
            </a:r>
            <a:r>
              <a:rPr lang="en-US" sz="1400">
                <a:latin typeface="Courier New" panose="02070309020205020404"/>
                <a:ea typeface="Courier New" panose="02070309020205020404"/>
                <a:cs typeface="+mn-cs"/>
              </a:rPr>
              <a:t>;Jump if Below</a:t>
            </a:r>
            <a:r>
              <a:rPr lang="en-US">
                <a:latin typeface="Courier New" panose="02070309020205020404"/>
                <a:ea typeface="Courier New" panose="02070309020205020404"/>
                <a:cs typeface="+mn-cs"/>
              </a:rPr>
              <a:t>
    cmp al, 'z'
    ja display  </a:t>
            </a:r>
            <a:r>
              <a:rPr lang="en-US" sz="1400">
                <a:latin typeface="Courier New" panose="02070309020205020404"/>
                <a:ea typeface="Courier New" panose="02070309020205020404"/>
                <a:cs typeface="+mn-cs"/>
              </a:rPr>
              <a:t>;Jump if Above</a:t>
            </a:r>
            <a:r>
              <a:rPr lang="en-US">
                <a:latin typeface="Courier New" panose="02070309020205020404"/>
                <a:ea typeface="Courier New" panose="02070309020205020404"/>
                <a:cs typeface="+mn-cs"/>
              </a:rPr>
              <a:t>
    sub al, 20h </a:t>
            </a:r>
            <a:r>
              <a:rPr lang="en-US" sz="1400">
                <a:latin typeface="Courier New" panose="02070309020205020404"/>
                <a:ea typeface="Courier New" panose="02070309020205020404"/>
                <a:cs typeface="+mn-cs"/>
              </a:rPr>
              <a:t>;</a:t>
            </a:r>
            <a:r>
              <a:rPr lang="zh-CN" sz="1400">
                <a:latin typeface="Courier New" panose="02070309020205020404"/>
                <a:ea typeface="Courier New" panose="02070309020205020404"/>
                <a:cs typeface="+mn-cs"/>
              </a:rPr>
              <a:t>'a' = 61H (97)，'A' = 41H (65)</a:t>
            </a:r>
            <a:r>
              <a:rPr lang="en-US">
                <a:latin typeface="Courier New" panose="02070309020205020404"/>
                <a:ea typeface="Courier New" panose="02070309020205020404"/>
                <a:cs typeface="+mn-cs"/>
              </a:rPr>
              <a:t>
display:
    mov dl, al  </a:t>
            </a:r>
            <a:r>
              <a:rPr lang="en-US" sz="1400">
                <a:latin typeface="Courier New" panose="02070309020205020404"/>
                <a:ea typeface="Courier New" panose="02070309020205020404"/>
                <a:cs typeface="+mn-cs"/>
              </a:rPr>
              <a:t>;DOS 规定：待输出的字符必须放在 DL 寄存器里。</a:t>
            </a:r>
            <a:r>
              <a:rPr lang="en-US">
                <a:latin typeface="Courier New" panose="02070309020205020404"/>
                <a:ea typeface="Courier New" panose="02070309020205020404"/>
                <a:cs typeface="+mn-cs"/>
              </a:rPr>
              <a:t>
    mov ah, 02h </a:t>
            </a:r>
            <a:r>
              <a:rPr lang="en-US" sz="1400">
                <a:latin typeface="Courier New" panose="02070309020205020404"/>
                <a:ea typeface="Courier New" panose="02070309020205020404"/>
                <a:cs typeface="+mn-cs"/>
              </a:rPr>
              <a:t>;DOS 的 02h 号功能——“显示输出一个字符”</a:t>
            </a:r>
            <a:r>
              <a:rPr lang="en-US">
                <a:latin typeface="Courier New" panose="02070309020205020404"/>
                <a:ea typeface="Courier New" panose="02070309020205020404"/>
                <a:cs typeface="+mn-cs"/>
              </a:rPr>
              <a:t> 
    int 21h
    .exit 0
end</a:t>
            </a:r>
            <a:endParaRPr lang="en-US">
              <a:latin typeface="Courier New" panose="02070309020205020404"/>
              <a:ea typeface="Courier New" panose="02070309020205020404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4221"/>
            <a:ext cx="6923372" cy="491782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237418" y="742780"/>
            <a:ext cx="11811000" cy="5029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indent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  <a:t>.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data
    bufX db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? ;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define byte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代表在内存空间开辟一个字节 （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8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位）; 扩展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dw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16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位 ;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dd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32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位。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bufY db 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?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bufZ db ?       
.code
.startup
    mov al, bufX
    cmp al, bufY
    ja save ;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注意这里</a:t>
            </a:r>
            <a:r>
              <a:rPr lang="zh-CN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无符号用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ja/jb,</a:t>
            </a:r>
            <a:r>
              <a:rPr lang="zh-CN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有符号用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 jg;jl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mov al, bufY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save:
    mov bufZ, al
    .exit 0
end
</a:t>
            </a: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  <a:t>
 </a:t>
            </a:r>
            <a:endParaRPr lang="en-US"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51" y="163603"/>
            <a:ext cx="3818997" cy="253575"/>
          </a:xfrm>
          <a:prstGeom prst="rect">
            <a:avLst/>
          </a:prstGeom>
        </p:spPr>
      </p:pic>
      <p:graphicFrame>
        <p:nvGraphicFramePr>
          <p:cNvPr id="34" name="表格 33"/>
          <p:cNvGraphicFramePr/>
          <p:nvPr/>
        </p:nvGraphicFramePr>
        <p:xfrm>
          <a:off x="741273" y="887116"/>
          <a:ext cx="1016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  <a:gridCol w="2540000"/>
              </a:tblGrid>
              <a:tr h="3810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比较项目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寄存器传递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存储区域/地址表传递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堆栈传递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速度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最快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较慢（访存）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较慢（访存）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参数数量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极少（受寄存器限制）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无限制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受栈大小限制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模块独立性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一般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差</a:t>
                      </a: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（耦合度高）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好</a:t>
                      </a: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（标准接口）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支持递归/重入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困难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不支持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完美支持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主要用途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简单、参数少的情况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传递大量数据块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zh-CN" sz="1800" b="1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  <a:hlinkClick r:id=""/>
                        </a:rPr>
                        <a:t>通用的标准做法</a:t>
                      </a:r>
                      <a:endParaRPr lang="zh-CN" sz="1800" b="1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  <a:hlinkClick r:id="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21" y="180620"/>
            <a:ext cx="3050587" cy="207471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203200" y="712255"/>
            <a:ext cx="11785600" cy="22860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sz="1800" b="1" i="0" u="none" strike="noStrike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  <a:hlinkClick r:id=""/>
              </a:rPr>
              <a:t>子程序的嵌套：在一个子程序的执行过程中，又调用了另一个子程序，这种情况称为子程序的嵌套。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endParaRPr lang="en-US"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sz="1800" b="1" i="0" u="none" strike="noStrike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  <a:hlinkClick r:id=""/>
              </a:rPr>
              <a:t>子程序的递归：子程序直接或间接地调用自身，称为子程序的递归。递归调用通常用于解决可以分解为相同子问题的问题，例如计算阶乘、斐波那契数列等。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endParaRPr lang="en-US"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sz="1800" b="1" i="0" u="none" strike="noStrike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  <a:hlinkClick r:id=""/>
              </a:rPr>
              <a:t>子程序的重入：如果一个子程序在执行过程中被中断，然后又被重新调用，并且它能够正确地恢复执行，就称该子程序是重入的。重入子程序通常不使用全局变量或静态变量，或者对这些变量的使用进行了特殊的处理，以确保在多次调用时不会产生冲突。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" y="108746"/>
            <a:ext cx="6523799" cy="284312"/>
          </a:xfrm>
          <a:prstGeom prst="rect">
            <a:avLst/>
          </a:prstGeom>
        </p:spPr>
      </p:pic>
      <p:pic>
        <p:nvPicPr>
          <p:cNvPr id="45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001" y="108746"/>
            <a:ext cx="5317396" cy="245891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180975" y="393058"/>
            <a:ext cx="11830050" cy="64897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==========================================
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子程序名：STR_CONVERT
; 功能：根据 AL 的值转换 string 中的大小写
; 入口参数：AL (0=转小写, 1=转大写, 2=互换)
;           DS:SI 指向字符串 (原题中默认为 string)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; ==========================================
STR_CONVERT PROC
    PUSH SI             ;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保护寄存器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MOV SI, OFFSET string ;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将字符串 string 的首地址放入 SI</a:t>
            </a:r>
            <a:endParaRPr sz="18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endParaRPr lang="en-US" sz="18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LOOP_START: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MOV BL, [SI]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【取字符】读取 SI 指向的内存字符到 BL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CMP BL, 0   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【结束判断】检查是否到达字符串末尾 (0)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JE LOOP_END 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如果是 0，跳转到结尾退出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; --- 根据 AL 分流 (Switch-Case) ---
    CMP AL, 0
    JE CASE_TO_LOWER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AL=0: 跳转到“大写转小写”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CMP AL, 1
    JE CASE_TO_UPPER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AL=1: 跳转到“小写转大写”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CMP AL, 2
    JE CASE_SWAP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AL=2: 跳转到“大小写互换”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JMP NEXT_CHAR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其他情况不处理，直接跳过</a:t>
            </a:r>
            <a:endParaRPr lang="en-US" sz="14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" y="108746"/>
            <a:ext cx="6523799" cy="284312"/>
          </a:xfrm>
          <a:prstGeom prst="rect">
            <a:avLst/>
          </a:prstGeom>
        </p:spPr>
      </p:pic>
      <p:pic>
        <p:nvPicPr>
          <p:cNvPr id="49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001" y="108746"/>
            <a:ext cx="5317396" cy="245891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180975" y="393058"/>
            <a:ext cx="11830050" cy="5791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CASE_TO_LOWER:
    CMP BL, 'A'
    JB NEXT_CHAR        ;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【范围检查】小于 'A'，不是大写字母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CMP BL, 'Z'
    JA NEXT_CHAR        ;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【范围检查】大于 'Z'，不是大写字母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ADD BL, 32          ;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【核心转换】大写变小写用加法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MOV [SI], BL        ;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【写回内存】把转换后的字符写回原位置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JMP NEXT_CHAR       ;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处理完毕，处理下一个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CASE_TO_UPPER:
    CMP BL, 'a'
    JB NEXT_CHAR        ;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【范围检查】小于 'a'，不是小写字母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CMP BL, 'z'
    JA NEXT_CHAR        ;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【范围检查】大于 'z'，不是小写字母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SUB BL, 32          ;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【核心转换】小写变大写用减法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MOV [SI], BL        ;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【写回内存】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JMP NEXT_CHAR       ;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处理完毕，处理下一个</a:t>
            </a:r>
            <a:b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</a:br>
            <a:endParaRPr lang="en-US" sz="14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" y="108746"/>
            <a:ext cx="6523799" cy="284312"/>
          </a:xfrm>
          <a:prstGeom prst="rect">
            <a:avLst/>
          </a:prstGeom>
        </p:spPr>
      </p:pic>
      <p:pic>
        <p:nvPicPr>
          <p:cNvPr id="53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001" y="108746"/>
            <a:ext cx="5317396" cy="245891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180975" y="393058"/>
            <a:ext cx="11830050" cy="63373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CASE_SWAP:
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--- 第一步: 检查是不是小写 ---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CMP BL, 'a'
    JB CHECK_IF_UPPER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【关键跳转】如果比 'a' 小，说明肯定不是小写，但可能是大写，去检查大写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CMP BL, 'z'
    JA NEXT_CHAR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如果比 'z' 大，说明不是字母，跳过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[确认为小写 -&gt; 变大写]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SUB BL, 32  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【修正】小变大，用减法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MOV [SI], BL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写回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JMP NEXT_CHAR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完成互换，跳去下一个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CHECK_IF_UPPER:
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--- 第二步: 检查是不是大写 ---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CMP BL, 'A'
    JB NEXT_CHAR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小于 'A'，非字母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CMP BL, 'Z'
    JA NEXT_CHAR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大于 'Z' (且前面排除了小写)，非字母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[确认为大写 -&gt; 变小写]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ADD BL, 32  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【修正】大变小，用加法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MOV [SI], BL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写回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JMP NEXT_CHAR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完成互换</a:t>
            </a:r>
            <a:b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</a:br>
            <a:endParaRPr lang="en-US" sz="14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" y="108746"/>
            <a:ext cx="6523799" cy="284312"/>
          </a:xfrm>
          <a:prstGeom prst="rect">
            <a:avLst/>
          </a:prstGeom>
        </p:spPr>
      </p:pic>
      <p:pic>
        <p:nvPicPr>
          <p:cNvPr id="5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001" y="108746"/>
            <a:ext cx="5317396" cy="245891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180975" y="393058"/>
            <a:ext cx="11830050" cy="22225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循环迭代控制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NEXT_CHAR:
    INC SI      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【移动指针】指向下一个字符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JMP LOOP_START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【闭环】跳回开头处理新字符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LOOP_END:
    POP SI          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 【恢复现场】将 SI 的原值从堆栈弹出</a:t>
            </a:r>
            <a:r>
              <a:rPr lang="en-US" sz="18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
    RET           	    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;</a:t>
            </a:r>
            <a:r>
              <a:rPr lang="en-US" sz="1400" b="0" i="0" u="none" strike="noStrike">
                <a:solidFill>
                  <a:schemeClr val="tx1">
                    <a:alpha val="100000"/>
                  </a:schemeClr>
                </a:solidFill>
                <a:latin typeface="Courier New" panose="02070309020205020404"/>
                <a:ea typeface="Courier New" panose="02070309020205020404"/>
                <a:cs typeface="+mn-cs"/>
              </a:rPr>
              <a:t>恢复 CPU 的执行位置（IP 寄存器），回到主程序代码的下一行
</a:t>
            </a:r>
            <a:endParaRPr lang="en-US" sz="1400" b="0" i="0" u="none" strike="noStrike">
              <a:solidFill>
                <a:schemeClr val="tx1">
                  <a:alpha val="100000"/>
                </a:schemeClr>
              </a:solidFill>
              <a:latin typeface="Courier New" panose="02070309020205020404"/>
              <a:ea typeface="Courier New" panose="02070309020205020404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8827</Words>
  <Application>WPS 演示</Application>
  <PresentationFormat/>
  <Paragraphs>227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宋体</vt:lpstr>
      <vt:lpstr>Wingdings</vt:lpstr>
      <vt:lpstr>-apple-system</vt:lpstr>
      <vt:lpstr>Segoe Print</vt:lpstr>
      <vt:lpstr>Courier New</vt:lpstr>
      <vt:lpstr>Wingdings</vt:lpstr>
      <vt:lpstr>Times New Roman</vt:lpstr>
      <vt:lpstr>等线 Light</vt:lpstr>
      <vt:lpstr>微软雅黑</vt:lpstr>
      <vt:lpstr>Arial Unicode MS</vt:lpstr>
      <vt:lpstr>等线</vt:lpstr>
      <vt:lpstr>quote-cjk-patch</vt:lpstr>
      <vt:lpstr>Office 主题​​</vt:lpstr>
      <vt:lpstr>1_Office 主题​​</vt:lpstr>
      <vt:lpstr>作业讲解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作业讲解</dc:title>
  <dc:creator/>
  <cp:lastModifiedBy>x</cp:lastModifiedBy>
  <cp:revision>20</cp:revision>
  <dcterms:created xsi:type="dcterms:W3CDTF">2025-12-17T00:05:00Z</dcterms:created>
  <dcterms:modified xsi:type="dcterms:W3CDTF">2025-12-17T03:38:59Z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C6935861CEE34CF2A96443858C09CC7C_12</vt:lpwstr>
  </property>
  <property fmtid="{D5CDD505-2E9C-101B-9397-08002B2CF9AE}" pid="3" name="KSOProductBuildVer">
    <vt:lpwstr>2052-12.1.0.23542</vt:lpwstr>
  </property>
</Properties>
</file>